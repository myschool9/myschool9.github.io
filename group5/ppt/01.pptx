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4" r:id="rId1"/>
  </p:sldMasterIdLst>
  <p:notesMasterIdLst>
    <p:notesMasterId r:id="rId9"/>
  </p:notesMasterIdLst>
  <p:handoutMasterIdLst>
    <p:handoutMasterId r:id="rId10"/>
  </p:handoutMasterIdLst>
  <p:sldIdLst>
    <p:sldId id="256" r:id="rId2"/>
    <p:sldId id="261" r:id="rId3"/>
    <p:sldId id="257" r:id="rId4"/>
    <p:sldId id="259" r:id="rId5"/>
    <p:sldId id="258" r:id="rId6"/>
    <p:sldId id="262" r:id="rId7"/>
    <p:sldId id="260" r:id="rId8"/>
  </p:sldIdLst>
  <p:sldSz cx="9144000" cy="6858000" type="screen4x3"/>
  <p:notesSz cx="6946900" cy="92837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b="1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b="1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b="1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b="1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0" autoAdjust="0"/>
    <p:restoredTop sz="87729" autoAdjust="0"/>
  </p:normalViewPr>
  <p:slideViewPr>
    <p:cSldViewPr>
      <p:cViewPr varScale="1">
        <p:scale>
          <a:sx n="73" d="100"/>
          <a:sy n="73" d="100"/>
        </p:scale>
        <p:origin x="1738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9900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738" tIns="46368" rIns="92738" bIns="46368" numCol="1" anchor="t" anchorCtr="0" compatLnSpc="1">
            <a:prstTxWarp prst="textNoShape">
              <a:avLst/>
            </a:prstTxWarp>
          </a:bodyPr>
          <a:lstStyle>
            <a:lvl1pPr defTabSz="925513" eaLnBrk="0" hangingPunct="0">
              <a:defRPr sz="1200" b="0">
                <a:latin typeface="Times New Roman" pitchFamily="18" charset="0"/>
              </a:defRPr>
            </a:lvl1pPr>
          </a:lstStyle>
          <a:p>
            <a:endParaRPr lang="ru-RU"/>
          </a:p>
        </p:txBody>
      </p:sp>
      <p:sp>
        <p:nvSpPr>
          <p:cNvPr id="2662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37000" y="0"/>
            <a:ext cx="3009900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738" tIns="46368" rIns="92738" bIns="46368" numCol="1" anchor="t" anchorCtr="0" compatLnSpc="1">
            <a:prstTxWarp prst="textNoShape">
              <a:avLst/>
            </a:prstTxWarp>
          </a:bodyPr>
          <a:lstStyle>
            <a:lvl1pPr algn="r" defTabSz="925513" eaLnBrk="0" hangingPunct="0">
              <a:defRPr sz="1200" b="0">
                <a:latin typeface="Times New Roman" pitchFamily="18" charset="0"/>
              </a:defRPr>
            </a:lvl1pPr>
          </a:lstStyle>
          <a:p>
            <a:endParaRPr lang="ru-RU"/>
          </a:p>
        </p:txBody>
      </p:sp>
      <p:sp>
        <p:nvSpPr>
          <p:cNvPr id="266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0150"/>
            <a:ext cx="3009900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738" tIns="46368" rIns="92738" bIns="46368" numCol="1" anchor="b" anchorCtr="0" compatLnSpc="1">
            <a:prstTxWarp prst="textNoShape">
              <a:avLst/>
            </a:prstTxWarp>
          </a:bodyPr>
          <a:lstStyle>
            <a:lvl1pPr defTabSz="925513" eaLnBrk="0" hangingPunct="0">
              <a:defRPr sz="1200" b="0">
                <a:latin typeface="Times New Roman" pitchFamily="18" charset="0"/>
              </a:defRPr>
            </a:lvl1pPr>
          </a:lstStyle>
          <a:p>
            <a:endParaRPr lang="ru-RU"/>
          </a:p>
        </p:txBody>
      </p:sp>
      <p:sp>
        <p:nvSpPr>
          <p:cNvPr id="266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37000" y="8820150"/>
            <a:ext cx="3009900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738" tIns="46368" rIns="92738" bIns="46368" numCol="1" anchor="b" anchorCtr="0" compatLnSpc="1">
            <a:prstTxWarp prst="textNoShape">
              <a:avLst/>
            </a:prstTxWarp>
          </a:bodyPr>
          <a:lstStyle>
            <a:lvl1pPr algn="r" defTabSz="925513" eaLnBrk="0" hangingPunct="0">
              <a:defRPr sz="1200" b="0">
                <a:latin typeface="Times New Roman" pitchFamily="18" charset="0"/>
              </a:defRPr>
            </a:lvl1pPr>
          </a:lstStyle>
          <a:p>
            <a:fld id="{6F849F20-8272-43BE-A1F0-3BF960B1A6A5}" type="slidenum">
              <a:rPr lang="ru-RU"/>
              <a:pPr/>
              <a:t>‹№›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9900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738" tIns="46368" rIns="92738" bIns="46368" numCol="1" anchor="t" anchorCtr="0" compatLnSpc="1">
            <a:prstTxWarp prst="textNoShape">
              <a:avLst/>
            </a:prstTxWarp>
          </a:bodyPr>
          <a:lstStyle>
            <a:lvl1pPr defTabSz="925513" eaLnBrk="0" hangingPunct="0">
              <a:defRPr sz="1200" b="0">
                <a:latin typeface="Times New Roman" pitchFamily="18" charset="0"/>
              </a:defRPr>
            </a:lvl1pPr>
          </a:lstStyle>
          <a:p>
            <a:endParaRPr lang="ru-RU"/>
          </a:p>
        </p:txBody>
      </p:sp>
      <p:sp>
        <p:nvSpPr>
          <p:cNvPr id="245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37000" y="0"/>
            <a:ext cx="3009900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738" tIns="46368" rIns="92738" bIns="46368" numCol="1" anchor="t" anchorCtr="0" compatLnSpc="1">
            <a:prstTxWarp prst="textNoShape">
              <a:avLst/>
            </a:prstTxWarp>
          </a:bodyPr>
          <a:lstStyle>
            <a:lvl1pPr algn="r" defTabSz="925513" eaLnBrk="0" hangingPunct="0">
              <a:defRPr sz="1200" b="0">
                <a:latin typeface="Times New Roman" pitchFamily="18" charset="0"/>
              </a:defRPr>
            </a:lvl1pPr>
          </a:lstStyle>
          <a:p>
            <a:endParaRPr lang="ru-RU"/>
          </a:p>
        </p:txBody>
      </p:sp>
      <p:sp>
        <p:nvSpPr>
          <p:cNvPr id="245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52525" y="696913"/>
            <a:ext cx="4641850" cy="34813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245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5513" y="4410075"/>
            <a:ext cx="5095875" cy="417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738" tIns="46368" rIns="92738" bIns="4636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45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0150"/>
            <a:ext cx="3009900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738" tIns="46368" rIns="92738" bIns="46368" numCol="1" anchor="b" anchorCtr="0" compatLnSpc="1">
            <a:prstTxWarp prst="textNoShape">
              <a:avLst/>
            </a:prstTxWarp>
          </a:bodyPr>
          <a:lstStyle>
            <a:lvl1pPr defTabSz="925513" eaLnBrk="0" hangingPunct="0">
              <a:defRPr sz="1200" b="0">
                <a:latin typeface="Times New Roman" pitchFamily="18" charset="0"/>
              </a:defRPr>
            </a:lvl1pPr>
          </a:lstStyle>
          <a:p>
            <a:endParaRPr lang="ru-RU"/>
          </a:p>
        </p:txBody>
      </p:sp>
      <p:sp>
        <p:nvSpPr>
          <p:cNvPr id="245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37000" y="8820150"/>
            <a:ext cx="3009900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738" tIns="46368" rIns="92738" bIns="46368" numCol="1" anchor="b" anchorCtr="0" compatLnSpc="1">
            <a:prstTxWarp prst="textNoShape">
              <a:avLst/>
            </a:prstTxWarp>
          </a:bodyPr>
          <a:lstStyle>
            <a:lvl1pPr algn="r" defTabSz="925513" eaLnBrk="0" hangingPunct="0">
              <a:defRPr sz="1200" b="0">
                <a:latin typeface="Times New Roman" pitchFamily="18" charset="0"/>
              </a:defRPr>
            </a:lvl1pPr>
          </a:lstStyle>
          <a:p>
            <a:fld id="{C24B1D8C-029E-4AC0-B2D5-4CB9930AA4E6}" type="slidenum">
              <a:rPr lang="ru-RU"/>
              <a:pPr/>
              <a:t>‹№›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228600" indent="-228600">
              <a:buFont typeface="+mj-lt"/>
              <a:buNone/>
            </a:pPr>
            <a:r>
              <a:rPr kumimoji="1" lang="uk-UA" sz="10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1. Виправте помилки у словах</a:t>
            </a:r>
            <a:r>
              <a:rPr kumimoji="1" lang="en-US" sz="10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+ </a:t>
            </a:r>
            <a:r>
              <a:rPr kumimoji="1" lang="uk-UA" sz="10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замініть </a:t>
            </a:r>
            <a:r>
              <a:rPr kumimoji="1" lang="uk-UA" sz="1000" b="0" kern="1200" dirty="0">
                <a:solidFill>
                  <a:srgbClr val="00B050"/>
                </a:solidFill>
                <a:latin typeface="Arial" charset="0"/>
                <a:ea typeface="+mn-ea"/>
                <a:cs typeface="+mn-cs"/>
              </a:rPr>
              <a:t>зелений</a:t>
            </a:r>
            <a:r>
              <a:rPr kumimoji="1" lang="uk-UA" sz="10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колір – на </a:t>
            </a:r>
            <a:r>
              <a:rPr kumimoji="1" lang="uk-UA" sz="1000" b="0" i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чорний</a:t>
            </a:r>
            <a:r>
              <a:rPr kumimoji="1" lang="uk-UA" sz="10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	</a:t>
            </a:r>
          </a:p>
          <a:p>
            <a:pPr marL="228600" indent="-228600">
              <a:buFont typeface="+mj-lt"/>
              <a:buNone/>
            </a:pPr>
            <a:r>
              <a:rPr kumimoji="1" lang="uk-UA" sz="10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2. Кожне речення – з </a:t>
            </a:r>
            <a:r>
              <a:rPr kumimoji="1" lang="uk-UA" sz="1000" b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нового абзацу + </a:t>
            </a:r>
            <a:r>
              <a:rPr kumimoji="1" lang="uk-UA" sz="10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заголовки – </a:t>
            </a:r>
            <a:r>
              <a:rPr kumimoji="1" lang="uk-UA" sz="1000" b="0" i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по центру</a:t>
            </a:r>
            <a:endParaRPr kumimoji="1" lang="uk-UA" sz="1000" b="1" kern="1200" dirty="0">
              <a:solidFill>
                <a:schemeClr val="tx1"/>
              </a:solidFill>
              <a:latin typeface="Arial" charset="0"/>
              <a:ea typeface="+mn-ea"/>
              <a:cs typeface="+mn-cs"/>
            </a:endParaRPr>
          </a:p>
          <a:p>
            <a:pPr marL="228600" indent="-228600">
              <a:buFont typeface="+mj-lt"/>
              <a:buNone/>
            </a:pPr>
            <a:r>
              <a:rPr kumimoji="1" lang="uk-UA" sz="10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3.</a:t>
            </a:r>
            <a:r>
              <a:rPr kumimoji="1" lang="uk-UA" sz="1000" b="0" kern="1200" baseline="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Змініть кольори на слайдах</a:t>
            </a:r>
            <a:endParaRPr kumimoji="1" lang="uk-UA" sz="1000" b="1" kern="1200" dirty="0">
              <a:solidFill>
                <a:schemeClr val="tx1"/>
              </a:solidFill>
              <a:latin typeface="Arial" charset="0"/>
              <a:ea typeface="+mn-ea"/>
              <a:cs typeface="+mn-cs"/>
            </a:endParaRPr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24B1D8C-029E-4AC0-B2D5-4CB9930AA4E6}" type="slidenum">
              <a:rPr lang="ru-RU" smtClean="0"/>
              <a:pPr/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1. Виправте помилки у словах</a:t>
            </a:r>
            <a:r>
              <a:rPr kumimoji="1" lang="en-US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+ 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замініть </a:t>
            </a:r>
            <a:r>
              <a:rPr kumimoji="1" lang="uk-UA" sz="1200" b="0" kern="1200" dirty="0">
                <a:solidFill>
                  <a:srgbClr val="00B050"/>
                </a:solidFill>
                <a:latin typeface="Arial" charset="0"/>
                <a:ea typeface="+mn-ea"/>
                <a:cs typeface="+mn-cs"/>
              </a:rPr>
              <a:t>зелений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колір – на </a:t>
            </a:r>
            <a:r>
              <a:rPr kumimoji="1" lang="uk-UA" sz="1200" b="0" i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чорний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	</a:t>
            </a:r>
          </a:p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2. Кожне речення – з </a:t>
            </a:r>
            <a:r>
              <a:rPr kumimoji="1" lang="uk-UA" sz="1200" b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нового абзацу + 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заголовки – </a:t>
            </a:r>
            <a:r>
              <a:rPr kumimoji="1" lang="uk-UA" sz="1200" b="0" i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по центру</a:t>
            </a:r>
            <a:endParaRPr kumimoji="1" lang="uk-UA" sz="1200" b="1" kern="1200" dirty="0">
              <a:solidFill>
                <a:schemeClr val="tx1"/>
              </a:solidFill>
              <a:latin typeface="Arial" charset="0"/>
              <a:ea typeface="+mn-ea"/>
              <a:cs typeface="+mn-cs"/>
            </a:endParaRPr>
          </a:p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3.</a:t>
            </a:r>
            <a:r>
              <a:rPr kumimoji="1" lang="uk-UA" sz="1200" b="0" kern="1200" baseline="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Змініть кольори на слайдах</a:t>
            </a:r>
            <a:endParaRPr kumimoji="1" lang="uk-UA" sz="1200" b="1" kern="1200" dirty="0">
              <a:solidFill>
                <a:schemeClr val="tx1"/>
              </a:solidFill>
              <a:latin typeface="Arial" charset="0"/>
              <a:ea typeface="+mn-ea"/>
              <a:cs typeface="+mn-cs"/>
            </a:endParaRPr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24B1D8C-029E-4AC0-B2D5-4CB9930AA4E6}" type="slidenum">
              <a:rPr lang="ru-RU" smtClean="0"/>
              <a:pPr/>
              <a:t>2</a:t>
            </a:fld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1. Виправте помилки у словах</a:t>
            </a:r>
            <a:r>
              <a:rPr kumimoji="1" lang="en-US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+ 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замініть </a:t>
            </a:r>
            <a:r>
              <a:rPr kumimoji="1" lang="uk-UA" sz="1200" b="0" kern="1200" dirty="0">
                <a:solidFill>
                  <a:srgbClr val="00B050"/>
                </a:solidFill>
                <a:latin typeface="Arial" charset="0"/>
                <a:ea typeface="+mn-ea"/>
                <a:cs typeface="+mn-cs"/>
              </a:rPr>
              <a:t>зелений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колір – на </a:t>
            </a:r>
            <a:r>
              <a:rPr kumimoji="1" lang="uk-UA" sz="1200" b="0" i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чорний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	</a:t>
            </a:r>
          </a:p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2. Кожне речення – з </a:t>
            </a:r>
            <a:r>
              <a:rPr kumimoji="1" lang="uk-UA" sz="1200" b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нового абзацу + 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заголовки – </a:t>
            </a:r>
            <a:r>
              <a:rPr kumimoji="1" lang="uk-UA" sz="1200" b="0" i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по центру</a:t>
            </a:r>
            <a:endParaRPr kumimoji="1" lang="uk-UA" sz="1200" b="1" kern="1200" dirty="0">
              <a:solidFill>
                <a:schemeClr val="tx1"/>
              </a:solidFill>
              <a:latin typeface="Arial" charset="0"/>
              <a:ea typeface="+mn-ea"/>
              <a:cs typeface="+mn-cs"/>
            </a:endParaRPr>
          </a:p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3.</a:t>
            </a:r>
            <a:r>
              <a:rPr kumimoji="1" lang="uk-UA" sz="1200" b="0" kern="1200" baseline="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Змініть кольори на слайдах</a:t>
            </a:r>
            <a:endParaRPr kumimoji="1" lang="uk-UA" sz="1200" b="1" kern="1200" dirty="0">
              <a:solidFill>
                <a:schemeClr val="tx1"/>
              </a:solidFill>
              <a:latin typeface="Arial" charset="0"/>
              <a:ea typeface="+mn-ea"/>
              <a:cs typeface="+mn-cs"/>
            </a:endParaRPr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24B1D8C-029E-4AC0-B2D5-4CB9930AA4E6}" type="slidenum">
              <a:rPr lang="ru-RU" smtClean="0"/>
              <a:pPr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1. Виправте помилки у словах</a:t>
            </a:r>
            <a:r>
              <a:rPr kumimoji="1" lang="en-US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+ 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замініть </a:t>
            </a:r>
            <a:r>
              <a:rPr kumimoji="1" lang="uk-UA" sz="1200" b="0" kern="1200" dirty="0">
                <a:solidFill>
                  <a:srgbClr val="00B050"/>
                </a:solidFill>
                <a:latin typeface="Arial" charset="0"/>
                <a:ea typeface="+mn-ea"/>
                <a:cs typeface="+mn-cs"/>
              </a:rPr>
              <a:t>зелений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колір – на </a:t>
            </a:r>
            <a:r>
              <a:rPr kumimoji="1" lang="uk-UA" sz="1200" b="0" i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чорний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	</a:t>
            </a:r>
          </a:p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2. Кожне речення – з </a:t>
            </a:r>
            <a:r>
              <a:rPr kumimoji="1" lang="uk-UA" sz="1200" b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нового абзацу + 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заголовки – </a:t>
            </a:r>
            <a:r>
              <a:rPr kumimoji="1" lang="uk-UA" sz="1200" b="0" i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по центру</a:t>
            </a:r>
            <a:endParaRPr kumimoji="1" lang="uk-UA" sz="1200" b="1" kern="1200" dirty="0">
              <a:solidFill>
                <a:schemeClr val="tx1"/>
              </a:solidFill>
              <a:latin typeface="Arial" charset="0"/>
              <a:ea typeface="+mn-ea"/>
              <a:cs typeface="+mn-cs"/>
            </a:endParaRPr>
          </a:p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3.</a:t>
            </a:r>
            <a:r>
              <a:rPr kumimoji="1" lang="uk-UA" sz="1200" b="0" kern="1200" baseline="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Змініть кольори на слайдах</a:t>
            </a:r>
            <a:endParaRPr kumimoji="1" lang="uk-UA" sz="1200" b="1" kern="1200" dirty="0">
              <a:solidFill>
                <a:schemeClr val="tx1"/>
              </a:solidFill>
              <a:latin typeface="Arial" charset="0"/>
              <a:ea typeface="+mn-ea"/>
              <a:cs typeface="+mn-cs"/>
            </a:endParaRPr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24B1D8C-029E-4AC0-B2D5-4CB9930AA4E6}" type="slidenum">
              <a:rPr lang="ru-RU" smtClean="0"/>
              <a:pPr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1. Виправте помилки у словах</a:t>
            </a:r>
            <a:r>
              <a:rPr kumimoji="1" lang="en-US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+ 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замініть </a:t>
            </a:r>
            <a:r>
              <a:rPr kumimoji="1" lang="uk-UA" sz="1200" b="0" kern="1200" dirty="0">
                <a:solidFill>
                  <a:srgbClr val="00B050"/>
                </a:solidFill>
                <a:latin typeface="Arial" charset="0"/>
                <a:ea typeface="+mn-ea"/>
                <a:cs typeface="+mn-cs"/>
              </a:rPr>
              <a:t>зелений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колір – на </a:t>
            </a:r>
            <a:r>
              <a:rPr kumimoji="1" lang="uk-UA" sz="1200" b="0" i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чорний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	</a:t>
            </a:r>
          </a:p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2. Кожне речення – з </a:t>
            </a:r>
            <a:r>
              <a:rPr kumimoji="1" lang="uk-UA" sz="1200" b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нового абзацу + 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заголовки – </a:t>
            </a:r>
            <a:r>
              <a:rPr kumimoji="1" lang="uk-UA" sz="1200" b="0" i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по центру</a:t>
            </a:r>
            <a:endParaRPr kumimoji="1" lang="uk-UA" sz="1200" b="1" kern="1200" dirty="0">
              <a:solidFill>
                <a:schemeClr val="tx1"/>
              </a:solidFill>
              <a:latin typeface="Arial" charset="0"/>
              <a:ea typeface="+mn-ea"/>
              <a:cs typeface="+mn-cs"/>
            </a:endParaRPr>
          </a:p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3.</a:t>
            </a:r>
            <a:r>
              <a:rPr kumimoji="1" lang="uk-UA" sz="1200" b="0" kern="1200" baseline="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Змініть кольори на слайдах</a:t>
            </a:r>
            <a:endParaRPr kumimoji="1" lang="uk-UA" sz="1200" b="1" kern="1200" dirty="0">
              <a:solidFill>
                <a:schemeClr val="tx1"/>
              </a:solidFill>
              <a:latin typeface="Arial" charset="0"/>
              <a:ea typeface="+mn-ea"/>
              <a:cs typeface="+mn-cs"/>
            </a:endParaRPr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24B1D8C-029E-4AC0-B2D5-4CB9930AA4E6}" type="slidenum">
              <a:rPr lang="ru-RU" smtClean="0"/>
              <a:pPr/>
              <a:t>5</a:t>
            </a:fld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1. Виправте помилки у словах</a:t>
            </a:r>
            <a:r>
              <a:rPr kumimoji="1" lang="en-US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+ 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замініть </a:t>
            </a:r>
            <a:r>
              <a:rPr kumimoji="1" lang="uk-UA" sz="1200" b="0" kern="1200" dirty="0">
                <a:solidFill>
                  <a:srgbClr val="00B050"/>
                </a:solidFill>
                <a:latin typeface="Arial" charset="0"/>
                <a:ea typeface="+mn-ea"/>
                <a:cs typeface="+mn-cs"/>
              </a:rPr>
              <a:t>зелений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колір – на </a:t>
            </a:r>
            <a:r>
              <a:rPr kumimoji="1" lang="uk-UA" sz="1200" b="0" i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чорний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	</a:t>
            </a:r>
          </a:p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2. Кожне речення – з </a:t>
            </a:r>
            <a:r>
              <a:rPr kumimoji="1" lang="uk-UA" sz="1200" b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нового абзацу + 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заголовки – </a:t>
            </a:r>
            <a:r>
              <a:rPr kumimoji="1" lang="uk-UA" sz="1200" b="0" i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по центру</a:t>
            </a:r>
            <a:endParaRPr kumimoji="1" lang="uk-UA" sz="1200" b="1" kern="1200" dirty="0">
              <a:solidFill>
                <a:schemeClr val="tx1"/>
              </a:solidFill>
              <a:latin typeface="Arial" charset="0"/>
              <a:ea typeface="+mn-ea"/>
              <a:cs typeface="+mn-cs"/>
            </a:endParaRPr>
          </a:p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3.</a:t>
            </a:r>
            <a:r>
              <a:rPr kumimoji="1" lang="uk-UA" sz="1200" b="0" kern="1200" baseline="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Змініть кольори на слайдах</a:t>
            </a:r>
            <a:endParaRPr kumimoji="1" lang="uk-UA" sz="1200" b="1" kern="1200" dirty="0">
              <a:solidFill>
                <a:schemeClr val="tx1"/>
              </a:solidFill>
              <a:latin typeface="Arial" charset="0"/>
              <a:ea typeface="+mn-ea"/>
              <a:cs typeface="+mn-cs"/>
            </a:endParaRPr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24B1D8C-029E-4AC0-B2D5-4CB9930AA4E6}" type="slidenum">
              <a:rPr lang="ru-RU" smtClean="0"/>
              <a:pPr/>
              <a:t>6</a:t>
            </a:fld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1. Виправте помилки у словах</a:t>
            </a:r>
            <a:r>
              <a:rPr kumimoji="1" lang="en-US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+ 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замініть </a:t>
            </a:r>
            <a:r>
              <a:rPr kumimoji="1" lang="uk-UA" sz="1200" b="0" kern="1200" dirty="0">
                <a:solidFill>
                  <a:srgbClr val="00B050"/>
                </a:solidFill>
                <a:latin typeface="Arial" charset="0"/>
                <a:ea typeface="+mn-ea"/>
                <a:cs typeface="+mn-cs"/>
              </a:rPr>
              <a:t>зелений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колір – на </a:t>
            </a:r>
            <a:r>
              <a:rPr kumimoji="1" lang="uk-UA" sz="1200" b="0" i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чорний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	</a:t>
            </a:r>
          </a:p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2. Кожне речення – з </a:t>
            </a:r>
            <a:r>
              <a:rPr kumimoji="1" lang="uk-UA" sz="1200" b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нового абзацу + </a:t>
            </a: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заголовки – </a:t>
            </a:r>
            <a:r>
              <a:rPr kumimoji="1" lang="uk-UA" sz="1200" b="0" i="1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по центру</a:t>
            </a:r>
            <a:endParaRPr kumimoji="1" lang="uk-UA" sz="1200" b="1" kern="1200" dirty="0">
              <a:solidFill>
                <a:schemeClr val="tx1"/>
              </a:solidFill>
              <a:latin typeface="Arial" charset="0"/>
              <a:ea typeface="+mn-ea"/>
              <a:cs typeface="+mn-cs"/>
            </a:endParaRPr>
          </a:p>
          <a:p>
            <a:pPr marL="228600" indent="-228600">
              <a:buFont typeface="+mj-lt"/>
              <a:buNone/>
            </a:pPr>
            <a:r>
              <a:rPr kumimoji="1" lang="uk-UA" sz="1200" b="0" kern="120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3.</a:t>
            </a:r>
            <a:r>
              <a:rPr kumimoji="1" lang="uk-UA" sz="1200" b="0" kern="1200" baseline="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Змініть кольори на слайдах</a:t>
            </a:r>
            <a:endParaRPr kumimoji="1" lang="uk-UA" sz="1200" b="1" kern="1200" dirty="0">
              <a:solidFill>
                <a:schemeClr val="tx1"/>
              </a:solidFill>
              <a:latin typeface="Arial" charset="0"/>
              <a:ea typeface="+mn-ea"/>
              <a:cs typeface="+mn-cs"/>
            </a:endParaRPr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24B1D8C-029E-4AC0-B2D5-4CB9930AA4E6}" type="slidenum">
              <a:rPr lang="ru-RU" smtClean="0"/>
              <a:pPr/>
              <a:t>7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рямокутник 22"/>
          <p:cNvSpPr/>
          <p:nvPr/>
        </p:nvSpPr>
        <p:spPr>
          <a:xfrm flipV="1">
            <a:off x="5410182" y="3810000"/>
            <a:ext cx="3733819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4" name="Прямокутник 23"/>
          <p:cNvSpPr/>
          <p:nvPr/>
        </p:nvSpPr>
        <p:spPr>
          <a:xfrm flipV="1">
            <a:off x="5410200" y="3897010"/>
            <a:ext cx="3733801" cy="192024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5" name="Прямокутник 24"/>
          <p:cNvSpPr/>
          <p:nvPr/>
        </p:nvSpPr>
        <p:spPr>
          <a:xfrm flipV="1">
            <a:off x="5410200" y="4115167"/>
            <a:ext cx="3733801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6" name="Прямокутник 25"/>
          <p:cNvSpPr/>
          <p:nvPr/>
        </p:nvSpPr>
        <p:spPr>
          <a:xfrm flipV="1">
            <a:off x="5410200" y="4164403"/>
            <a:ext cx="1965960" cy="1828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Прямокутник 26"/>
          <p:cNvSpPr/>
          <p:nvPr/>
        </p:nvSpPr>
        <p:spPr>
          <a:xfrm flipV="1">
            <a:off x="5410200" y="4199572"/>
            <a:ext cx="1965960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0" name="Округлений прямокутник 29"/>
          <p:cNvSpPr/>
          <p:nvPr/>
        </p:nvSpPr>
        <p:spPr bwMode="white">
          <a:xfrm>
            <a:off x="5410200" y="3962400"/>
            <a:ext cx="306324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1" name="Округлений прямокутник 30"/>
          <p:cNvSpPr/>
          <p:nvPr/>
        </p:nvSpPr>
        <p:spPr bwMode="white">
          <a:xfrm>
            <a:off x="7376507" y="4060983"/>
            <a:ext cx="16002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Прямокутник 6"/>
          <p:cNvSpPr/>
          <p:nvPr/>
        </p:nvSpPr>
        <p:spPr>
          <a:xfrm>
            <a:off x="1" y="3649662"/>
            <a:ext cx="9144000" cy="244170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Прямокутник 9"/>
          <p:cNvSpPr/>
          <p:nvPr/>
        </p:nvSpPr>
        <p:spPr>
          <a:xfrm>
            <a:off x="0" y="3675527"/>
            <a:ext cx="9144001" cy="14067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Прямокутник 10"/>
          <p:cNvSpPr/>
          <p:nvPr/>
        </p:nvSpPr>
        <p:spPr>
          <a:xfrm flipV="1">
            <a:off x="6414051" y="3643090"/>
            <a:ext cx="2729950" cy="248432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9" name="Прямокутник 18"/>
          <p:cNvSpPr/>
          <p:nvPr/>
        </p:nvSpPr>
        <p:spPr>
          <a:xfrm>
            <a:off x="0" y="0"/>
            <a:ext cx="9144000" cy="3701700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57200" y="2401887"/>
            <a:ext cx="8458200" cy="1470025"/>
          </a:xfrm>
        </p:spPr>
        <p:txBody>
          <a:bodyPr anchor="b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kumimoji="0" lang="uk-UA"/>
              <a:t>Зразок заголовка</a:t>
            </a:r>
            <a:endParaRPr kumimoji="0" lang="en-US"/>
          </a:p>
        </p:txBody>
      </p:sp>
      <p:sp>
        <p:nvSpPr>
          <p:cNvPr id="9" name="Підзаголовок 8"/>
          <p:cNvSpPr>
            <a:spLocks noGrp="1"/>
          </p:cNvSpPr>
          <p:nvPr>
            <p:ph type="subTitle" idx="1"/>
          </p:nvPr>
        </p:nvSpPr>
        <p:spPr>
          <a:xfrm>
            <a:off x="457200" y="3899938"/>
            <a:ext cx="4953000" cy="1752600"/>
          </a:xfrm>
        </p:spPr>
        <p:txBody>
          <a:bodyPr/>
          <a:lstStyle>
            <a:lvl1pPr marL="64008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uk-UA"/>
              <a:t>Зразок підзаголовка</a:t>
            </a:r>
            <a:endParaRPr kumimoji="0" lang="en-US"/>
          </a:p>
        </p:txBody>
      </p:sp>
      <p:sp>
        <p:nvSpPr>
          <p:cNvPr id="28" name="Місце для дати 27"/>
          <p:cNvSpPr>
            <a:spLocks noGrp="1"/>
          </p:cNvSpPr>
          <p:nvPr>
            <p:ph type="dt" sz="half" idx="10"/>
          </p:nvPr>
        </p:nvSpPr>
        <p:spPr>
          <a:xfrm>
            <a:off x="6705600" y="4206240"/>
            <a:ext cx="960120" cy="457200"/>
          </a:xfrm>
        </p:spPr>
        <p:txBody>
          <a:bodyPr/>
          <a:lstStyle/>
          <a:p>
            <a:fld id="{C3F416CD-67A3-4CF0-A210-F6AF31AC147F}" type="datetimeFigureOut">
              <a:rPr lang="en-US" smtClean="0"/>
              <a:pPr/>
              <a:t>7/10/2025</a:t>
            </a:fld>
            <a:endParaRPr lang="en-US"/>
          </a:p>
        </p:txBody>
      </p:sp>
      <p:sp>
        <p:nvSpPr>
          <p:cNvPr id="17" name="Місце для нижнього колонтитула 16"/>
          <p:cNvSpPr>
            <a:spLocks noGrp="1"/>
          </p:cNvSpPr>
          <p:nvPr>
            <p:ph type="ftr" sz="quarter" idx="11"/>
          </p:nvPr>
        </p:nvSpPr>
        <p:spPr>
          <a:xfrm>
            <a:off x="5410200" y="4205288"/>
            <a:ext cx="1295400" cy="45720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Місце для номера слайда 28"/>
          <p:cNvSpPr>
            <a:spLocks noGrp="1"/>
          </p:cNvSpPr>
          <p:nvPr>
            <p:ph type="sldNum" sz="quarter" idx="12"/>
          </p:nvPr>
        </p:nvSpPr>
        <p:spPr>
          <a:xfrm>
            <a:off x="8320088" y="1136"/>
            <a:ext cx="747712" cy="365760"/>
          </a:xfrm>
        </p:spPr>
        <p:txBody>
          <a:bodyPr/>
          <a:lstStyle>
            <a:lvl1pPr algn="r">
              <a:defRPr sz="1800">
                <a:solidFill>
                  <a:schemeClr val="bg1"/>
                </a:solidFill>
              </a:defRPr>
            </a:lvl1pPr>
          </a:lstStyle>
          <a:p>
            <a:pPr algn="r" eaLnBrk="1" latinLnBrk="0" hangingPunct="1"/>
            <a:fld id="{96652B35-718D-4E28-AFEB-B694A3B357E8}" type="slidenum">
              <a:rPr kumimoji="0" lang="en-US" smtClean="0"/>
              <a:pPr algn="r" eaLnBrk="1" latinLnBrk="0" hangingPunct="1"/>
              <a:t>‹№›</a:t>
            </a:fld>
            <a:endParaRPr kumimoji="0" lang="en-US" sz="1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і об'є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uk-UA"/>
              <a:t>Зразок заголовка</a:t>
            </a:r>
            <a:endParaRPr kumimoji="0" lang="en-US"/>
          </a:p>
        </p:txBody>
      </p:sp>
      <p:sp>
        <p:nvSpPr>
          <p:cNvPr id="3" name="Місце для вмісту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uk-UA"/>
              <a:t>Зразок тексту</a:t>
            </a:r>
          </a:p>
          <a:p>
            <a:pPr lvl="1" eaLnBrk="1" latinLnBrk="0" hangingPunct="1"/>
            <a:r>
              <a:rPr lang="uk-UA"/>
              <a:t>Другий рівень</a:t>
            </a:r>
          </a:p>
          <a:p>
            <a:pPr lvl="2" eaLnBrk="1" latinLnBrk="0" hangingPunct="1"/>
            <a:r>
              <a:rPr lang="uk-UA"/>
              <a:t>Третій рівень</a:t>
            </a:r>
          </a:p>
          <a:p>
            <a:pPr lvl="3" eaLnBrk="1" latinLnBrk="0" hangingPunct="1"/>
            <a:r>
              <a:rPr lang="uk-UA"/>
              <a:t>Четвертий рівень</a:t>
            </a:r>
          </a:p>
          <a:p>
            <a:pPr lvl="4" eaLnBrk="1" latinLnBrk="0" hangingPunct="1"/>
            <a:r>
              <a:rPr lang="uk-UA"/>
              <a:t>П'ятий рівень</a:t>
            </a:r>
            <a:endParaRPr kumimoji="0" lang="en-US"/>
          </a:p>
        </p:txBody>
      </p:sp>
      <p:sp>
        <p:nvSpPr>
          <p:cNvPr id="4" name="Місце для дати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16CD-67A3-4CF0-A210-F6AF31AC147F}" type="datetimeFigureOut">
              <a:rPr lang="en-US" smtClean="0"/>
              <a:pPr/>
              <a:t>7/10/2025</a:t>
            </a:fld>
            <a:endParaRPr lang="en-US"/>
          </a:p>
        </p:txBody>
      </p:sp>
      <p:sp>
        <p:nvSpPr>
          <p:cNvPr id="5" name="Місце для нижнього колонтитула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Місце для номера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52B35-718D-4E28-AFEB-B694A3B357E8}" type="slidenum">
              <a:rPr kumimoji="0" lang="en-US" smtClean="0"/>
              <a:pPr/>
              <a:t>‹№›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1981200"/>
            <a:ext cx="7772400" cy="1362075"/>
          </a:xfrm>
        </p:spPr>
        <p:txBody>
          <a:bodyPr anchor="b">
            <a:noAutofit/>
          </a:bodyPr>
          <a:lstStyle>
            <a:lvl1pPr algn="l">
              <a:buNone/>
              <a:defRPr sz="4300" b="1" cap="none" baseline="0">
                <a:ln w="12700">
                  <a:solidFill>
                    <a:schemeClr val="accent2">
                      <a:shade val="90000"/>
                      <a:satMod val="150000"/>
                    </a:schemeClr>
                  </a:solidFill>
                </a:ln>
                <a:solidFill>
                  <a:srgbClr val="FFFFFF"/>
                </a:solidFill>
                <a:effectLst>
                  <a:outerShdw blurRad="38100" dist="381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kumimoji="0" lang="uk-UA"/>
              <a:t>Зразок заголовка</a:t>
            </a:r>
            <a:endParaRPr kumimoji="0" lang="en-US"/>
          </a:p>
        </p:txBody>
      </p:sp>
      <p:sp>
        <p:nvSpPr>
          <p:cNvPr id="3" name="Місце для тексту 2"/>
          <p:cNvSpPr>
            <a:spLocks noGrp="1"/>
          </p:cNvSpPr>
          <p:nvPr>
            <p:ph type="body" idx="1"/>
          </p:nvPr>
        </p:nvSpPr>
        <p:spPr>
          <a:xfrm>
            <a:off x="722313" y="3367088"/>
            <a:ext cx="7772400" cy="1509712"/>
          </a:xfrm>
        </p:spPr>
        <p:txBody>
          <a:bodyPr anchor="t"/>
          <a:lstStyle>
            <a:lvl1pPr marL="45720" indent="0">
              <a:buNone/>
              <a:defRPr sz="2100" b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uk-UA"/>
              <a:t>Зразок тексту</a:t>
            </a:r>
          </a:p>
        </p:txBody>
      </p:sp>
      <p:sp>
        <p:nvSpPr>
          <p:cNvPr id="4" name="Місце для дати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16CD-67A3-4CF0-A210-F6AF31AC147F}" type="datetimeFigureOut">
              <a:rPr lang="en-US" smtClean="0"/>
              <a:pPr/>
              <a:t>7/10/2025</a:t>
            </a:fld>
            <a:endParaRPr lang="en-US"/>
          </a:p>
        </p:txBody>
      </p:sp>
      <p:sp>
        <p:nvSpPr>
          <p:cNvPr id="5" name="Місце для нижнього колонтитула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Місце для номера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52B35-718D-4E28-AFEB-B694A3B357E8}" type="slidenum">
              <a:rPr kumimoji="0" lang="en-US" smtClean="0"/>
              <a:pPr/>
              <a:t>‹№›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'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uk-UA"/>
              <a:t>Зразок заголовка</a:t>
            </a:r>
            <a:endParaRPr kumimoji="0" lang="en-US"/>
          </a:p>
        </p:txBody>
      </p:sp>
      <p:sp>
        <p:nvSpPr>
          <p:cNvPr id="3" name="Місце для вмісту 2"/>
          <p:cNvSpPr>
            <a:spLocks noGrp="1"/>
          </p:cNvSpPr>
          <p:nvPr>
            <p:ph sz="half" idx="1"/>
          </p:nvPr>
        </p:nvSpPr>
        <p:spPr>
          <a:xfrm>
            <a:off x="457200" y="2249424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uk-UA"/>
              <a:t>Зразок тексту</a:t>
            </a:r>
          </a:p>
          <a:p>
            <a:pPr lvl="1" eaLnBrk="1" latinLnBrk="0" hangingPunct="1"/>
            <a:r>
              <a:rPr lang="uk-UA"/>
              <a:t>Другий рівень</a:t>
            </a:r>
          </a:p>
          <a:p>
            <a:pPr lvl="2" eaLnBrk="1" latinLnBrk="0" hangingPunct="1"/>
            <a:r>
              <a:rPr lang="uk-UA"/>
              <a:t>Третій рівень</a:t>
            </a:r>
          </a:p>
          <a:p>
            <a:pPr lvl="3" eaLnBrk="1" latinLnBrk="0" hangingPunct="1"/>
            <a:r>
              <a:rPr lang="uk-UA"/>
              <a:t>Четвертий рівень</a:t>
            </a:r>
          </a:p>
          <a:p>
            <a:pPr lvl="4" eaLnBrk="1" latinLnBrk="0" hangingPunct="1"/>
            <a:r>
              <a:rPr lang="uk-UA"/>
              <a:t>П'ятий рівень</a:t>
            </a:r>
            <a:endParaRPr kumimoji="0" lang="en-US"/>
          </a:p>
        </p:txBody>
      </p:sp>
      <p:sp>
        <p:nvSpPr>
          <p:cNvPr id="4" name="Місце для вмісту 3"/>
          <p:cNvSpPr>
            <a:spLocks noGrp="1"/>
          </p:cNvSpPr>
          <p:nvPr>
            <p:ph sz="half" idx="2"/>
          </p:nvPr>
        </p:nvSpPr>
        <p:spPr>
          <a:xfrm>
            <a:off x="4648200" y="2249424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uk-UA"/>
              <a:t>Зразок тексту</a:t>
            </a:r>
          </a:p>
          <a:p>
            <a:pPr lvl="1" eaLnBrk="1" latinLnBrk="0" hangingPunct="1"/>
            <a:r>
              <a:rPr lang="uk-UA"/>
              <a:t>Другий рівень</a:t>
            </a:r>
          </a:p>
          <a:p>
            <a:pPr lvl="2" eaLnBrk="1" latinLnBrk="0" hangingPunct="1"/>
            <a:r>
              <a:rPr lang="uk-UA"/>
              <a:t>Третій рівень</a:t>
            </a:r>
          </a:p>
          <a:p>
            <a:pPr lvl="3" eaLnBrk="1" latinLnBrk="0" hangingPunct="1"/>
            <a:r>
              <a:rPr lang="uk-UA"/>
              <a:t>Четвертий рівень</a:t>
            </a:r>
          </a:p>
          <a:p>
            <a:pPr lvl="4" eaLnBrk="1" latinLnBrk="0" hangingPunct="1"/>
            <a:r>
              <a:rPr lang="uk-UA"/>
              <a:t>П'ятий рівень</a:t>
            </a:r>
            <a:endParaRPr kumimoji="0" lang="en-US"/>
          </a:p>
        </p:txBody>
      </p:sp>
      <p:sp>
        <p:nvSpPr>
          <p:cNvPr id="5" name="Місце для дати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16CD-67A3-4CF0-A210-F6AF31AC147F}" type="datetimeFigureOut">
              <a:rPr lang="en-US" smtClean="0"/>
              <a:pPr/>
              <a:t>7/10/2025</a:t>
            </a:fld>
            <a:endParaRPr lang="en-US"/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52B35-718D-4E28-AFEB-B694A3B357E8}" type="slidenum">
              <a:rPr kumimoji="0" lang="en-US" smtClean="0"/>
              <a:pPr/>
              <a:t>‹№›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1000" y="1143000"/>
            <a:ext cx="8382000" cy="1069848"/>
          </a:xfrm>
        </p:spPr>
        <p:txBody>
          <a:bodyPr anchor="ctr"/>
          <a:lstStyle>
            <a:lvl1pPr>
              <a:defRPr sz="4000" b="0" i="0" cap="none" baseline="0"/>
            </a:lvl1pPr>
          </a:lstStyle>
          <a:p>
            <a:r>
              <a:rPr kumimoji="0" lang="uk-UA"/>
              <a:t>Зразок заголовка</a:t>
            </a:r>
            <a:endParaRPr kumimoji="0" lang="en-US"/>
          </a:p>
        </p:txBody>
      </p:sp>
      <p:sp>
        <p:nvSpPr>
          <p:cNvPr id="3" name="Місце для тексту 2"/>
          <p:cNvSpPr>
            <a:spLocks noGrp="1"/>
          </p:cNvSpPr>
          <p:nvPr>
            <p:ph type="body" idx="1"/>
          </p:nvPr>
        </p:nvSpPr>
        <p:spPr>
          <a:xfrm>
            <a:off x="381000" y="2244970"/>
            <a:ext cx="4041648" cy="457200"/>
          </a:xfrm>
          <a:solidFill>
            <a:schemeClr val="accent2">
              <a:satMod val="15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uk-UA"/>
              <a:t>Зразок тексту</a:t>
            </a:r>
          </a:p>
        </p:txBody>
      </p:sp>
      <p:sp>
        <p:nvSpPr>
          <p:cNvPr id="4" name="Місце для тексту 3"/>
          <p:cNvSpPr>
            <a:spLocks noGrp="1"/>
          </p:cNvSpPr>
          <p:nvPr>
            <p:ph type="body" sz="half" idx="3"/>
          </p:nvPr>
        </p:nvSpPr>
        <p:spPr>
          <a:xfrm>
            <a:off x="4721225" y="2244970"/>
            <a:ext cx="4041775" cy="457200"/>
          </a:xfrm>
          <a:solidFill>
            <a:schemeClr val="accent2">
              <a:satMod val="15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uk-UA"/>
              <a:t>Зразок тексту</a:t>
            </a:r>
          </a:p>
        </p:txBody>
      </p:sp>
      <p:sp>
        <p:nvSpPr>
          <p:cNvPr id="5" name="Місце для вмісту 4"/>
          <p:cNvSpPr>
            <a:spLocks noGrp="1"/>
          </p:cNvSpPr>
          <p:nvPr>
            <p:ph sz="quarter" idx="2"/>
          </p:nvPr>
        </p:nvSpPr>
        <p:spPr>
          <a:xfrm>
            <a:off x="381000" y="2708519"/>
            <a:ext cx="4041648" cy="388620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uk-UA"/>
              <a:t>Зразок тексту</a:t>
            </a:r>
          </a:p>
          <a:p>
            <a:pPr lvl="1" eaLnBrk="1" latinLnBrk="0" hangingPunct="1"/>
            <a:r>
              <a:rPr lang="uk-UA"/>
              <a:t>Другий рівень</a:t>
            </a:r>
          </a:p>
          <a:p>
            <a:pPr lvl="2" eaLnBrk="1" latinLnBrk="0" hangingPunct="1"/>
            <a:r>
              <a:rPr lang="uk-UA"/>
              <a:t>Третій рівень</a:t>
            </a:r>
          </a:p>
          <a:p>
            <a:pPr lvl="3" eaLnBrk="1" latinLnBrk="0" hangingPunct="1"/>
            <a:r>
              <a:rPr lang="uk-UA"/>
              <a:t>Четвертий рівень</a:t>
            </a:r>
          </a:p>
          <a:p>
            <a:pPr lvl="4" eaLnBrk="1" latinLnBrk="0" hangingPunct="1"/>
            <a:r>
              <a:rPr lang="uk-UA"/>
              <a:t>П'ятий рівень</a:t>
            </a:r>
            <a:endParaRPr kumimoji="0" lang="en-US"/>
          </a:p>
        </p:txBody>
      </p:sp>
      <p:sp>
        <p:nvSpPr>
          <p:cNvPr id="6" name="Місце для вмісту 5"/>
          <p:cNvSpPr>
            <a:spLocks noGrp="1"/>
          </p:cNvSpPr>
          <p:nvPr>
            <p:ph sz="quarter" idx="4"/>
          </p:nvPr>
        </p:nvSpPr>
        <p:spPr>
          <a:xfrm>
            <a:off x="4718304" y="2708519"/>
            <a:ext cx="4041775" cy="388620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uk-UA"/>
              <a:t>Зразок тексту</a:t>
            </a:r>
          </a:p>
          <a:p>
            <a:pPr lvl="1" eaLnBrk="1" latinLnBrk="0" hangingPunct="1"/>
            <a:r>
              <a:rPr lang="uk-UA"/>
              <a:t>Другий рівень</a:t>
            </a:r>
          </a:p>
          <a:p>
            <a:pPr lvl="2" eaLnBrk="1" latinLnBrk="0" hangingPunct="1"/>
            <a:r>
              <a:rPr lang="uk-UA"/>
              <a:t>Третій рівень</a:t>
            </a:r>
          </a:p>
          <a:p>
            <a:pPr lvl="3" eaLnBrk="1" latinLnBrk="0" hangingPunct="1"/>
            <a:r>
              <a:rPr lang="uk-UA"/>
              <a:t>Четвертий рівень</a:t>
            </a:r>
          </a:p>
          <a:p>
            <a:pPr lvl="4" eaLnBrk="1" latinLnBrk="0" hangingPunct="1"/>
            <a:r>
              <a:rPr lang="uk-UA"/>
              <a:t>П'ятий рівень</a:t>
            </a:r>
            <a:endParaRPr kumimoji="0" lang="en-US"/>
          </a:p>
        </p:txBody>
      </p:sp>
      <p:sp>
        <p:nvSpPr>
          <p:cNvPr id="26" name="Місце для дати 2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algn="l" eaLnBrk="1" latinLnBrk="0" hangingPunct="1"/>
            <a:fld id="{C3F416CD-67A3-4CF0-A210-F6AF31AC147F}" type="datetimeFigureOut">
              <a:rPr lang="en-US" smtClean="0"/>
              <a:pPr algn="l" eaLnBrk="1" latinLnBrk="0" hangingPunct="1"/>
              <a:t>7/10/2025</a:t>
            </a:fld>
            <a:endParaRPr lang="en-US"/>
          </a:p>
        </p:txBody>
      </p:sp>
      <p:sp>
        <p:nvSpPr>
          <p:cNvPr id="27" name="Місце для номера слайда 2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algn="r" eaLnBrk="1" latinLnBrk="0" hangingPunct="1"/>
            <a:fld id="{96652B35-718D-4E28-AFEB-B694A3B357E8}" type="slidenum">
              <a:rPr kumimoji="0" lang="en-US" smtClean="0"/>
              <a:pPr algn="r" eaLnBrk="1" latinLnBrk="0" hangingPunct="1"/>
              <a:t>‹№›</a:t>
            </a:fld>
            <a:endParaRPr kumimoji="0" lang="en-US"/>
          </a:p>
        </p:txBody>
      </p:sp>
      <p:sp>
        <p:nvSpPr>
          <p:cNvPr id="28" name="Місце для нижнього колонтитула 2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1143000"/>
            <a:ext cx="8229600" cy="1069848"/>
          </a:xfrm>
        </p:spPr>
        <p:txBody>
          <a:bodyPr anchor="ctr"/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kumimoji="0" lang="uk-UA"/>
              <a:t>Зразок заголовка</a:t>
            </a:r>
            <a:endParaRPr kumimoji="0" lang="en-US"/>
          </a:p>
        </p:txBody>
      </p:sp>
      <p:sp>
        <p:nvSpPr>
          <p:cNvPr id="3" name="Місце для дати 2"/>
          <p:cNvSpPr>
            <a:spLocks noGrp="1"/>
          </p:cNvSpPr>
          <p:nvPr>
            <p:ph type="dt" sz="half" idx="10"/>
          </p:nvPr>
        </p:nvSpPr>
        <p:spPr>
          <a:xfrm>
            <a:off x="6583680" y="612648"/>
            <a:ext cx="957264" cy="457200"/>
          </a:xfrm>
        </p:spPr>
        <p:txBody>
          <a:bodyPr/>
          <a:lstStyle/>
          <a:p>
            <a:fld id="{C3F416CD-67A3-4CF0-A210-F6AF31AC147F}" type="datetimeFigureOut">
              <a:rPr lang="en-US" smtClean="0"/>
              <a:pPr/>
              <a:t>7/10/2025</a:t>
            </a:fld>
            <a:endParaRPr lang="en-US"/>
          </a:p>
        </p:txBody>
      </p:sp>
      <p:sp>
        <p:nvSpPr>
          <p:cNvPr id="4" name="Місце для нижнього колонтитула 3"/>
          <p:cNvSpPr>
            <a:spLocks noGrp="1"/>
          </p:cNvSpPr>
          <p:nvPr>
            <p:ph type="ftr" sz="quarter" idx="11"/>
          </p:nvPr>
        </p:nvSpPr>
        <p:spPr>
          <a:xfrm>
            <a:off x="5257800" y="612648"/>
            <a:ext cx="1325880" cy="45720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5" name="Місце для номера слайда 4"/>
          <p:cNvSpPr>
            <a:spLocks noGrp="1"/>
          </p:cNvSpPr>
          <p:nvPr>
            <p:ph type="sldNum" sz="quarter" idx="12"/>
          </p:nvPr>
        </p:nvSpPr>
        <p:spPr>
          <a:xfrm>
            <a:off x="8174736" y="2272"/>
            <a:ext cx="762000" cy="365760"/>
          </a:xfrm>
        </p:spPr>
        <p:txBody>
          <a:bodyPr/>
          <a:lstStyle/>
          <a:p>
            <a:fld id="{96652B35-718D-4E28-AFEB-B694A3B357E8}" type="slidenum">
              <a:rPr kumimoji="0" lang="en-US" smtClean="0"/>
              <a:pPr/>
              <a:t>‹№›</a:t>
            </a:fld>
            <a:endParaRPr kumimoji="0"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дати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16CD-67A3-4CF0-A210-F6AF31AC147F}" type="datetimeFigureOut">
              <a:rPr lang="en-US" smtClean="0"/>
              <a:pPr/>
              <a:t>7/10/2025</a:t>
            </a:fld>
            <a:endParaRPr lang="en-US"/>
          </a:p>
        </p:txBody>
      </p:sp>
      <p:sp>
        <p:nvSpPr>
          <p:cNvPr id="3" name="Місце для нижнього колонтитула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52B35-718D-4E28-AFEB-B694A3B357E8}" type="slidenum">
              <a:rPr kumimoji="0" lang="en-US" smtClean="0"/>
              <a:pPr/>
              <a:t>‹№›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з підпис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53496" y="1101970"/>
            <a:ext cx="3383280" cy="877824"/>
          </a:xfrm>
        </p:spPr>
        <p:txBody>
          <a:bodyPr anchor="b"/>
          <a:lstStyle>
            <a:lvl1pPr algn="l">
              <a:buNone/>
              <a:defRPr sz="1800" b="1"/>
            </a:lvl1pPr>
          </a:lstStyle>
          <a:p>
            <a:r>
              <a:rPr kumimoji="0" lang="uk-UA"/>
              <a:t>Зразок заголовка</a:t>
            </a:r>
            <a:endParaRPr kumimoji="0" lang="en-US"/>
          </a:p>
        </p:txBody>
      </p:sp>
      <p:sp>
        <p:nvSpPr>
          <p:cNvPr id="3" name="Місце для тексту 2"/>
          <p:cNvSpPr>
            <a:spLocks noGrp="1"/>
          </p:cNvSpPr>
          <p:nvPr>
            <p:ph type="body" idx="2"/>
          </p:nvPr>
        </p:nvSpPr>
        <p:spPr>
          <a:xfrm>
            <a:off x="5353496" y="2010727"/>
            <a:ext cx="3383280" cy="4617720"/>
          </a:xfrm>
        </p:spPr>
        <p:txBody>
          <a:bodyPr/>
          <a:lstStyle>
            <a:lvl1pPr marL="9144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uk-UA"/>
              <a:t>Зразок тексту</a:t>
            </a:r>
          </a:p>
        </p:txBody>
      </p:sp>
      <p:sp>
        <p:nvSpPr>
          <p:cNvPr id="4" name="Місце для вмісту 3"/>
          <p:cNvSpPr>
            <a:spLocks noGrp="1"/>
          </p:cNvSpPr>
          <p:nvPr>
            <p:ph sz="half" idx="1"/>
          </p:nvPr>
        </p:nvSpPr>
        <p:spPr>
          <a:xfrm>
            <a:off x="152400" y="776287"/>
            <a:ext cx="5102352" cy="585216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uk-UA"/>
              <a:t>Зразок тексту</a:t>
            </a:r>
          </a:p>
          <a:p>
            <a:pPr lvl="1" eaLnBrk="1" latinLnBrk="0" hangingPunct="1"/>
            <a:r>
              <a:rPr lang="uk-UA"/>
              <a:t>Другий рівень</a:t>
            </a:r>
          </a:p>
          <a:p>
            <a:pPr lvl="2" eaLnBrk="1" latinLnBrk="0" hangingPunct="1"/>
            <a:r>
              <a:rPr lang="uk-UA"/>
              <a:t>Третій рівень</a:t>
            </a:r>
          </a:p>
          <a:p>
            <a:pPr lvl="3" eaLnBrk="1" latinLnBrk="0" hangingPunct="1"/>
            <a:r>
              <a:rPr lang="uk-UA"/>
              <a:t>Четвертий рівень</a:t>
            </a:r>
          </a:p>
          <a:p>
            <a:pPr lvl="4" eaLnBrk="1" latinLnBrk="0" hangingPunct="1"/>
            <a:r>
              <a:rPr lang="uk-UA"/>
              <a:t>П'ятий рівень</a:t>
            </a:r>
            <a:endParaRPr kumimoji="0" lang="en-US"/>
          </a:p>
        </p:txBody>
      </p:sp>
      <p:sp>
        <p:nvSpPr>
          <p:cNvPr id="5" name="Місце для дати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16CD-67A3-4CF0-A210-F6AF31AC147F}" type="datetimeFigureOut">
              <a:rPr lang="en-US" smtClean="0"/>
              <a:pPr/>
              <a:t>7/10/2025</a:t>
            </a:fld>
            <a:endParaRPr lang="en-US"/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52B35-718D-4E28-AFEB-B694A3B357E8}" type="slidenum">
              <a:rPr kumimoji="0" lang="en-US" smtClean="0"/>
              <a:pPr/>
              <a:t>‹№›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Зображення з підпис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440434" y="1109160"/>
            <a:ext cx="586803" cy="4681637"/>
          </a:xfrm>
        </p:spPr>
        <p:txBody>
          <a:bodyPr vert="vert270" lIns="45720" tIns="0" rIns="45720" anchor="t"/>
          <a:lstStyle>
            <a:lvl1pPr algn="ctr">
              <a:buNone/>
              <a:defRPr sz="2000" b="1"/>
            </a:lvl1pPr>
          </a:lstStyle>
          <a:p>
            <a:r>
              <a:rPr kumimoji="0" lang="uk-UA"/>
              <a:t>Зразок заголовка</a:t>
            </a:r>
            <a:endParaRPr kumimoji="0" lang="en-US"/>
          </a:p>
        </p:txBody>
      </p:sp>
      <p:sp>
        <p:nvSpPr>
          <p:cNvPr id="3" name="Місце для зображення 2"/>
          <p:cNvSpPr>
            <a:spLocks noGrp="1"/>
          </p:cNvSpPr>
          <p:nvPr>
            <p:ph type="pic" idx="1"/>
          </p:nvPr>
        </p:nvSpPr>
        <p:spPr>
          <a:xfrm>
            <a:off x="403671" y="1143000"/>
            <a:ext cx="4572000" cy="4572000"/>
          </a:xfrm>
          <a:solidFill>
            <a:srgbClr val="EAEAEA"/>
          </a:solidFill>
          <a:ln w="50800">
            <a:solidFill>
              <a:srgbClr val="FFFFFF"/>
            </a:solidFill>
            <a:miter lim="800000"/>
          </a:ln>
          <a:effectLst>
            <a:outerShdw blurRad="57150" dist="31750" dir="4800000" algn="tl" rotWithShape="0">
              <a:srgbClr val="000000">
                <a:alpha val="2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2540">
            <a:bevelT w="25400" h="19050"/>
            <a:contourClr>
              <a:srgbClr val="AEAEAE"/>
            </a:contourClr>
          </a:sp3d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uk-UA"/>
              <a:t>Клацніть піктограму, щоб додати зображення</a:t>
            </a:r>
            <a:endParaRPr kumimoji="0" lang="en-US" dirty="0"/>
          </a:p>
        </p:txBody>
      </p:sp>
      <p:sp>
        <p:nvSpPr>
          <p:cNvPr id="4" name="Місце для тексту 3"/>
          <p:cNvSpPr>
            <a:spLocks noGrp="1"/>
          </p:cNvSpPr>
          <p:nvPr>
            <p:ph type="body" sz="half" idx="2"/>
          </p:nvPr>
        </p:nvSpPr>
        <p:spPr>
          <a:xfrm>
            <a:off x="6088443" y="3274308"/>
            <a:ext cx="2590800" cy="2516489"/>
          </a:xfrm>
        </p:spPr>
        <p:txBody>
          <a:bodyPr lIns="0" tIns="0" rIns="4572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300"/>
            </a:lvl1pPr>
            <a:lvl2pPr>
              <a:buFontTx/>
              <a:buNone/>
              <a:defRPr sz="1200"/>
            </a:lvl2pPr>
            <a:lvl3pPr>
              <a:buFontTx/>
              <a:buNone/>
              <a:defRPr sz="1000"/>
            </a:lvl3pPr>
            <a:lvl4pPr>
              <a:buFontTx/>
              <a:buNone/>
              <a:defRPr sz="900"/>
            </a:lvl4pPr>
            <a:lvl5pPr>
              <a:buFontTx/>
              <a:buNone/>
              <a:defRPr sz="900"/>
            </a:lvl5pPr>
          </a:lstStyle>
          <a:p>
            <a:pPr lvl="0" eaLnBrk="1" latinLnBrk="0" hangingPunct="1"/>
            <a:r>
              <a:rPr kumimoji="0" lang="uk-UA"/>
              <a:t>Зразок тексту</a:t>
            </a:r>
          </a:p>
        </p:txBody>
      </p:sp>
      <p:sp>
        <p:nvSpPr>
          <p:cNvPr id="5" name="Місце для дати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16CD-67A3-4CF0-A210-F6AF31AC147F}" type="datetimeFigureOut">
              <a:rPr lang="en-US" smtClean="0"/>
              <a:pPr/>
              <a:t>7/10/2025</a:t>
            </a:fld>
            <a:endParaRPr lang="en-US"/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52B35-718D-4E28-AFEB-B694A3B357E8}" type="slidenum">
              <a:rPr kumimoji="0" lang="en-US" smtClean="0"/>
              <a:pPr/>
              <a:t>‹№›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uk-UA"/>
              <a:t>Зразок заголовка</a:t>
            </a:r>
            <a:endParaRPr kumimoji="0" lang="en-US"/>
          </a:p>
        </p:txBody>
      </p:sp>
      <p:sp>
        <p:nvSpPr>
          <p:cNvPr id="3" name="Місце для вертикального тексту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uk-UA"/>
              <a:t>Зразок тексту</a:t>
            </a:r>
          </a:p>
          <a:p>
            <a:pPr lvl="1" eaLnBrk="1" latinLnBrk="0" hangingPunct="1"/>
            <a:r>
              <a:rPr lang="uk-UA"/>
              <a:t>Другий рівень</a:t>
            </a:r>
          </a:p>
          <a:p>
            <a:pPr lvl="2" eaLnBrk="1" latinLnBrk="0" hangingPunct="1"/>
            <a:r>
              <a:rPr lang="uk-UA"/>
              <a:t>Третій рівень</a:t>
            </a:r>
          </a:p>
          <a:p>
            <a:pPr lvl="3" eaLnBrk="1" latinLnBrk="0" hangingPunct="1"/>
            <a:r>
              <a:rPr lang="uk-UA"/>
              <a:t>Четвертий рівень</a:t>
            </a:r>
          </a:p>
          <a:p>
            <a:pPr lvl="4" eaLnBrk="1" latinLnBrk="0" hangingPunct="1"/>
            <a:r>
              <a:rPr lang="uk-UA"/>
              <a:t>П'ятий рівень</a:t>
            </a:r>
            <a:endParaRPr kumimoji="0" lang="en-US"/>
          </a:p>
        </p:txBody>
      </p:sp>
      <p:sp>
        <p:nvSpPr>
          <p:cNvPr id="4" name="Місце для дати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16CD-67A3-4CF0-A210-F6AF31AC147F}" type="datetimeFigureOut">
              <a:rPr lang="en-US" smtClean="0"/>
              <a:pPr/>
              <a:t>7/10/2025</a:t>
            </a:fld>
            <a:endParaRPr lang="en-US"/>
          </a:p>
        </p:txBody>
      </p:sp>
      <p:sp>
        <p:nvSpPr>
          <p:cNvPr id="5" name="Місце для нижнього колонтитула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Місце для номера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52B35-718D-4E28-AFEB-B694A3B357E8}" type="slidenum">
              <a:rPr kumimoji="0" lang="en-US" smtClean="0"/>
              <a:pPr/>
              <a:t>‹№›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ий заголовок 1"/>
          <p:cNvSpPr>
            <a:spLocks noGrp="1"/>
          </p:cNvSpPr>
          <p:nvPr>
            <p:ph type="title" orient="vert"/>
          </p:nvPr>
        </p:nvSpPr>
        <p:spPr>
          <a:xfrm>
            <a:off x="6781800" y="1143000"/>
            <a:ext cx="1905000" cy="5486400"/>
          </a:xfrm>
        </p:spPr>
        <p:txBody>
          <a:bodyPr vert="eaVert"/>
          <a:lstStyle/>
          <a:p>
            <a:r>
              <a:rPr kumimoji="0" lang="uk-UA"/>
              <a:t>Зразок заголовка</a:t>
            </a:r>
            <a:endParaRPr kumimoji="0" lang="en-US"/>
          </a:p>
        </p:txBody>
      </p:sp>
      <p:sp>
        <p:nvSpPr>
          <p:cNvPr id="3" name="Місце для вертикального тексту 2"/>
          <p:cNvSpPr>
            <a:spLocks noGrp="1"/>
          </p:cNvSpPr>
          <p:nvPr>
            <p:ph type="body" orient="vert" idx="1"/>
          </p:nvPr>
        </p:nvSpPr>
        <p:spPr>
          <a:xfrm>
            <a:off x="457200" y="1143000"/>
            <a:ext cx="6248400" cy="5486400"/>
          </a:xfrm>
        </p:spPr>
        <p:txBody>
          <a:bodyPr vert="eaVert"/>
          <a:lstStyle/>
          <a:p>
            <a:pPr lvl="0" eaLnBrk="1" latinLnBrk="0" hangingPunct="1"/>
            <a:r>
              <a:rPr lang="uk-UA"/>
              <a:t>Зразок тексту</a:t>
            </a:r>
          </a:p>
          <a:p>
            <a:pPr lvl="1" eaLnBrk="1" latinLnBrk="0" hangingPunct="1"/>
            <a:r>
              <a:rPr lang="uk-UA"/>
              <a:t>Другий рівень</a:t>
            </a:r>
          </a:p>
          <a:p>
            <a:pPr lvl="2" eaLnBrk="1" latinLnBrk="0" hangingPunct="1"/>
            <a:r>
              <a:rPr lang="uk-UA"/>
              <a:t>Третій рівень</a:t>
            </a:r>
          </a:p>
          <a:p>
            <a:pPr lvl="3" eaLnBrk="1" latinLnBrk="0" hangingPunct="1"/>
            <a:r>
              <a:rPr lang="uk-UA"/>
              <a:t>Четвертий рівень</a:t>
            </a:r>
          </a:p>
          <a:p>
            <a:pPr lvl="4" eaLnBrk="1" latinLnBrk="0" hangingPunct="1"/>
            <a:r>
              <a:rPr lang="uk-UA"/>
              <a:t>П'ятий рівень</a:t>
            </a:r>
            <a:endParaRPr kumimoji="0" lang="en-US"/>
          </a:p>
        </p:txBody>
      </p:sp>
      <p:sp>
        <p:nvSpPr>
          <p:cNvPr id="4" name="Місце для дати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16CD-67A3-4CF0-A210-F6AF31AC147F}" type="datetimeFigureOut">
              <a:rPr lang="en-US" smtClean="0"/>
              <a:pPr/>
              <a:t>7/10/2025</a:t>
            </a:fld>
            <a:endParaRPr lang="en-US"/>
          </a:p>
        </p:txBody>
      </p:sp>
      <p:sp>
        <p:nvSpPr>
          <p:cNvPr id="5" name="Місце для нижнього колонтитула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Місце для номера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52B35-718D-4E28-AFEB-B694A3B357E8}" type="slidenum">
              <a:rPr kumimoji="0" lang="en-US" smtClean="0"/>
              <a:pPr/>
              <a:t>‹№›</a:t>
            </a:fld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кутник 27"/>
          <p:cNvSpPr/>
          <p:nvPr/>
        </p:nvSpPr>
        <p:spPr>
          <a:xfrm>
            <a:off x="1" y="366818"/>
            <a:ext cx="9144000" cy="84407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9" name="Прямокутник 28"/>
          <p:cNvSpPr/>
          <p:nvPr/>
        </p:nvSpPr>
        <p:spPr>
          <a:xfrm>
            <a:off x="0" y="-1"/>
            <a:ext cx="9144000" cy="310663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0" name="Прямокутник 29"/>
          <p:cNvSpPr/>
          <p:nvPr/>
        </p:nvSpPr>
        <p:spPr>
          <a:xfrm>
            <a:off x="0" y="308276"/>
            <a:ext cx="9144001" cy="91441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1" name="Прямокутник 30"/>
          <p:cNvSpPr/>
          <p:nvPr/>
        </p:nvSpPr>
        <p:spPr>
          <a:xfrm flipV="1">
            <a:off x="5410182" y="360246"/>
            <a:ext cx="3733819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Прямокутник 31"/>
          <p:cNvSpPr/>
          <p:nvPr/>
        </p:nvSpPr>
        <p:spPr>
          <a:xfrm flipV="1">
            <a:off x="5410200" y="440112"/>
            <a:ext cx="3733801" cy="180035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3" name="Округлений прямокутник 32"/>
          <p:cNvSpPr/>
          <p:nvPr/>
        </p:nvSpPr>
        <p:spPr bwMode="white">
          <a:xfrm>
            <a:off x="5407339" y="497504"/>
            <a:ext cx="306324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4" name="Округлений прямокутник 33"/>
          <p:cNvSpPr/>
          <p:nvPr/>
        </p:nvSpPr>
        <p:spPr bwMode="white">
          <a:xfrm>
            <a:off x="7373646" y="588943"/>
            <a:ext cx="16002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5" name="Прямокутник 34"/>
          <p:cNvSpPr/>
          <p:nvPr/>
        </p:nvSpPr>
        <p:spPr bwMode="invGray">
          <a:xfrm>
            <a:off x="9084966" y="-2001"/>
            <a:ext cx="57626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36" name="Прямокутник 35"/>
          <p:cNvSpPr/>
          <p:nvPr/>
        </p:nvSpPr>
        <p:spPr bwMode="invGray">
          <a:xfrm>
            <a:off x="9044481" y="-2001"/>
            <a:ext cx="27432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37" name="Прямокутник 36"/>
          <p:cNvSpPr/>
          <p:nvPr/>
        </p:nvSpPr>
        <p:spPr bwMode="invGray">
          <a:xfrm>
            <a:off x="9025428" y="-2001"/>
            <a:ext cx="9144" cy="621792"/>
          </a:xfrm>
          <a:prstGeom prst="rect">
            <a:avLst/>
          </a:prstGeom>
          <a:solidFill>
            <a:srgbClr val="FFFFFF">
              <a:alpha val="6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8" name="Прямокутник 37"/>
          <p:cNvSpPr/>
          <p:nvPr/>
        </p:nvSpPr>
        <p:spPr bwMode="invGray">
          <a:xfrm>
            <a:off x="8975423" y="-2001"/>
            <a:ext cx="27432" cy="621792"/>
          </a:xfrm>
          <a:prstGeom prst="rect">
            <a:avLst/>
          </a:prstGeom>
          <a:solidFill>
            <a:srgbClr val="FFFFFF">
              <a:alpha val="4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9" name="Прямокутник 38"/>
          <p:cNvSpPr/>
          <p:nvPr/>
        </p:nvSpPr>
        <p:spPr bwMode="invGray">
          <a:xfrm>
            <a:off x="8915677" y="380"/>
            <a:ext cx="54864" cy="585216"/>
          </a:xfrm>
          <a:prstGeom prst="rect">
            <a:avLst/>
          </a:prstGeom>
          <a:solidFill>
            <a:srgbClr val="FFFFFF">
              <a:alpha val="2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40" name="Прямокутник 39"/>
          <p:cNvSpPr/>
          <p:nvPr/>
        </p:nvSpPr>
        <p:spPr bwMode="invGray">
          <a:xfrm>
            <a:off x="8873475" y="380"/>
            <a:ext cx="9144" cy="585216"/>
          </a:xfrm>
          <a:prstGeom prst="rect">
            <a:avLst/>
          </a:prstGeom>
          <a:solidFill>
            <a:srgbClr val="FFFFFF">
              <a:alpha val="30196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2" name="Місце для заголовка 21"/>
          <p:cNvSpPr>
            <a:spLocks noGrp="1"/>
          </p:cNvSpPr>
          <p:nvPr>
            <p:ph type="title"/>
          </p:nvPr>
        </p:nvSpPr>
        <p:spPr>
          <a:xfrm>
            <a:off x="457200" y="1143000"/>
            <a:ext cx="8229600" cy="10668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uk-UA"/>
              <a:t>Зразок заголовка</a:t>
            </a:r>
            <a:endParaRPr kumimoji="0" lang="en-US"/>
          </a:p>
        </p:txBody>
      </p:sp>
      <p:sp>
        <p:nvSpPr>
          <p:cNvPr id="13" name="Місце для тексту 12"/>
          <p:cNvSpPr>
            <a:spLocks noGrp="1"/>
          </p:cNvSpPr>
          <p:nvPr>
            <p:ph type="body" idx="1"/>
          </p:nvPr>
        </p:nvSpPr>
        <p:spPr>
          <a:xfrm>
            <a:off x="457200" y="2249424"/>
            <a:ext cx="8229600" cy="432511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uk-UA"/>
              <a:t>Зразок тексту</a:t>
            </a:r>
          </a:p>
          <a:p>
            <a:pPr lvl="1" eaLnBrk="1" latinLnBrk="0" hangingPunct="1"/>
            <a:r>
              <a:rPr kumimoji="0" lang="uk-UA"/>
              <a:t>Другий рівень</a:t>
            </a:r>
          </a:p>
          <a:p>
            <a:pPr lvl="2" eaLnBrk="1" latinLnBrk="0" hangingPunct="1"/>
            <a:r>
              <a:rPr kumimoji="0" lang="uk-UA"/>
              <a:t>Третій рівень</a:t>
            </a:r>
          </a:p>
          <a:p>
            <a:pPr lvl="3" eaLnBrk="1" latinLnBrk="0" hangingPunct="1"/>
            <a:r>
              <a:rPr kumimoji="0" lang="uk-UA"/>
              <a:t>Четвертий рівень</a:t>
            </a:r>
          </a:p>
          <a:p>
            <a:pPr lvl="4" eaLnBrk="1" latinLnBrk="0" hangingPunct="1"/>
            <a:r>
              <a:rPr kumimoji="0" lang="uk-UA"/>
              <a:t>П'ятий рівень</a:t>
            </a:r>
            <a:endParaRPr kumimoji="0" lang="en-US"/>
          </a:p>
        </p:txBody>
      </p:sp>
      <p:sp>
        <p:nvSpPr>
          <p:cNvPr id="14" name="Місце для дати 13"/>
          <p:cNvSpPr>
            <a:spLocks noGrp="1"/>
          </p:cNvSpPr>
          <p:nvPr>
            <p:ph type="dt" sz="half" idx="2"/>
          </p:nvPr>
        </p:nvSpPr>
        <p:spPr>
          <a:xfrm>
            <a:off x="6586536" y="612648"/>
            <a:ext cx="957264" cy="45720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800">
                <a:solidFill>
                  <a:schemeClr val="accent2"/>
                </a:solidFill>
              </a:defRPr>
            </a:lvl1pPr>
          </a:lstStyle>
          <a:p>
            <a:pPr algn="l" eaLnBrk="1" latinLnBrk="0" hangingPunct="1"/>
            <a:fld id="{C3F416CD-67A3-4CF0-A210-F6AF31AC147F}" type="datetimeFigureOut">
              <a:rPr lang="en-US" smtClean="0"/>
              <a:pPr algn="l" eaLnBrk="1" latinLnBrk="0" hangingPunct="1"/>
              <a:t>7/10/2025</a:t>
            </a:fld>
            <a:endParaRPr lang="en-US" sz="800" dirty="0">
              <a:solidFill>
                <a:schemeClr val="accent2"/>
              </a:solidFill>
            </a:endParaRPr>
          </a:p>
        </p:txBody>
      </p:sp>
      <p:sp>
        <p:nvSpPr>
          <p:cNvPr id="3" name="Місце для нижнього колонтитула 2"/>
          <p:cNvSpPr>
            <a:spLocks noGrp="1"/>
          </p:cNvSpPr>
          <p:nvPr>
            <p:ph type="ftr" sz="quarter" idx="3"/>
          </p:nvPr>
        </p:nvSpPr>
        <p:spPr>
          <a:xfrm>
            <a:off x="5257800" y="612648"/>
            <a:ext cx="1325880" cy="45720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800">
                <a:solidFill>
                  <a:schemeClr val="accent2"/>
                </a:solidFill>
              </a:defRPr>
            </a:lvl1pPr>
          </a:lstStyle>
          <a:p>
            <a:pPr algn="r" eaLnBrk="1" latinLnBrk="0" hangingPunct="1"/>
            <a:endParaRPr kumimoji="0" lang="en-US" sz="800" dirty="0">
              <a:solidFill>
                <a:schemeClr val="accent2"/>
              </a:solidFill>
            </a:endParaRPr>
          </a:p>
        </p:txBody>
      </p:sp>
      <p:sp>
        <p:nvSpPr>
          <p:cNvPr id="23" name="Місце для номера слайда 22"/>
          <p:cNvSpPr>
            <a:spLocks noGrp="1"/>
          </p:cNvSpPr>
          <p:nvPr>
            <p:ph type="sldNum" sz="quarter" idx="4"/>
          </p:nvPr>
        </p:nvSpPr>
        <p:spPr>
          <a:xfrm>
            <a:off x="8174736" y="2272"/>
            <a:ext cx="762000" cy="365760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800">
                <a:solidFill>
                  <a:srgbClr val="FFFFFF"/>
                </a:solidFill>
              </a:defRPr>
            </a:lvl1pPr>
          </a:lstStyle>
          <a:p>
            <a:pPr algn="r" eaLnBrk="1" latinLnBrk="0" hangingPunct="1"/>
            <a:fld id="{96652B35-718D-4E28-AFEB-B694A3B357E8}" type="slidenum">
              <a:rPr kumimoji="0" lang="en-US" smtClean="0"/>
              <a:pPr algn="r" eaLnBrk="1" latinLnBrk="0" hangingPunct="1"/>
              <a:t>‹№›</a:t>
            </a:fld>
            <a:endParaRPr kumimoji="0" lang="en-US" sz="1800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</p:sldLayoutIdLst>
  <p:txStyles>
    <p:titleStyle>
      <a:lvl1pPr algn="l" rtl="0" eaLnBrk="1" latinLnBrk="0" hangingPunct="1">
        <a:spcBef>
          <a:spcPct val="0"/>
        </a:spcBef>
        <a:buNone/>
        <a:defRPr kumimoji="0"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5760" indent="-256032" algn="l" rtl="0" eaLnBrk="1" latinLnBrk="0" hangingPunct="1">
        <a:spcBef>
          <a:spcPts val="300"/>
        </a:spcBef>
        <a:buClr>
          <a:schemeClr val="accent3"/>
        </a:buClr>
        <a:buFont typeface="Georgia"/>
        <a:buChar char="•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58368" indent="-246888" algn="l" rtl="0" eaLnBrk="1" latinLnBrk="0" hangingPunct="1">
        <a:spcBef>
          <a:spcPts val="300"/>
        </a:spcBef>
        <a:buClr>
          <a:schemeClr val="accent2"/>
        </a:buClr>
        <a:buFont typeface="Georgia"/>
        <a:buChar char="▫"/>
        <a:defRPr kumimoji="0" sz="2600" kern="1200">
          <a:solidFill>
            <a:schemeClr val="accent2"/>
          </a:solidFill>
          <a:latin typeface="+mn-lt"/>
          <a:ea typeface="+mn-ea"/>
          <a:cs typeface="+mn-cs"/>
        </a:defRPr>
      </a:lvl2pPr>
      <a:lvl3pPr marL="923544" indent="-219456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4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179576" indent="-201168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38988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2000" kern="1200">
          <a:solidFill>
            <a:schemeClr val="accent3"/>
          </a:solidFill>
          <a:latin typeface="+mn-lt"/>
          <a:ea typeface="+mn-ea"/>
          <a:cs typeface="+mn-cs"/>
        </a:defRPr>
      </a:lvl5pPr>
      <a:lvl6pPr marL="1609344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800" kern="1200">
          <a:solidFill>
            <a:schemeClr val="accent3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600" kern="1200">
          <a:solidFill>
            <a:schemeClr val="accent3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500" kern="1200">
          <a:solidFill>
            <a:schemeClr val="accent3"/>
          </a:solidFill>
          <a:latin typeface="+mn-lt"/>
          <a:ea typeface="+mn-ea"/>
          <a:cs typeface="+mn-cs"/>
        </a:defRPr>
      </a:lvl8pPr>
      <a:lvl9pPr marL="224028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400" kern="1200" baseline="0">
          <a:solidFill>
            <a:schemeClr val="accent3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2" name="Rectangle 6"/>
          <p:cNvSpPr>
            <a:spLocks noGrp="1" noChangeArrowheads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uk-UA" dirty="0"/>
              <a:t>Віртуальна </a:t>
            </a:r>
            <a:r>
              <a:rPr lang="uk-UA"/>
              <a:t>подорож Києвом</a:t>
            </a:r>
            <a:endParaRPr lang="ru-RU" dirty="0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r>
              <a:rPr lang="uk-UA" dirty="0"/>
              <a:t>Знайомимось з містами </a:t>
            </a:r>
            <a:r>
              <a:rPr lang="uk-UA" dirty="0" err="1">
                <a:solidFill>
                  <a:srgbClr val="00B050"/>
                </a:solidFill>
              </a:rPr>
              <a:t>Украни</a:t>
            </a:r>
            <a:endParaRPr lang="uk-UA" dirty="0">
              <a:solidFill>
                <a:srgbClr val="00B05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uk-UA" dirty="0">
                <a:solidFill>
                  <a:srgbClr val="00B050"/>
                </a:solidFill>
              </a:rPr>
              <a:t>підпишіть</a:t>
            </a:r>
          </a:p>
        </p:txBody>
      </p:sp>
      <p:pic>
        <p:nvPicPr>
          <p:cNvPr id="11" name="Місце для вмісту 10" descr="1.png"/>
          <p:cNvPicPr>
            <a:picLocks noGrp="1" noChangeAspect="1"/>
          </p:cNvPicPr>
          <p:nvPr>
            <p:ph idx="1"/>
          </p:nvPr>
        </p:nvPicPr>
        <p:blipFill>
          <a:blip r:embed="rId3" cstate="print"/>
          <a:stretch>
            <a:fillRect/>
          </a:stretch>
        </p:blipFill>
        <p:spPr>
          <a:xfrm>
            <a:off x="1324678" y="2249488"/>
            <a:ext cx="6494644" cy="4324350"/>
          </a:xfr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uk-UA" dirty="0"/>
              <a:t>Історія заснування</a:t>
            </a:r>
          </a:p>
        </p:txBody>
      </p:sp>
      <p:pic>
        <p:nvPicPr>
          <p:cNvPr id="7" name="Содержимое 6" descr="botsad_2.jpg"/>
          <p:cNvPicPr>
            <a:picLocks noGrp="1" noChangeAspect="1"/>
          </p:cNvPicPr>
          <p:nvPr>
            <p:ph sz="half" idx="1"/>
          </p:nvPr>
        </p:nvPicPr>
        <p:blipFill>
          <a:blip r:embed="rId3" cstate="screen"/>
          <a:stretch>
            <a:fillRect/>
          </a:stretch>
        </p:blipFill>
        <p:spPr>
          <a:xfrm>
            <a:off x="492252" y="2409349"/>
            <a:ext cx="3968496" cy="420624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Содержимое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uk-UA" sz="2400" dirty="0"/>
              <a:t>Перша </a:t>
            </a:r>
            <a:r>
              <a:rPr lang="uk-UA" sz="2400" dirty="0" err="1">
                <a:solidFill>
                  <a:srgbClr val="00B050"/>
                </a:solidFill>
              </a:rPr>
              <a:t>згадддка</a:t>
            </a:r>
            <a:r>
              <a:rPr lang="uk-UA" sz="2400" dirty="0"/>
              <a:t> - 482 рік. </a:t>
            </a:r>
            <a:r>
              <a:rPr lang="uk-UA" sz="2400" dirty="0" err="1">
                <a:solidFill>
                  <a:srgbClr val="00B050"/>
                </a:solidFill>
              </a:rPr>
              <a:t>Розмііщщений</a:t>
            </a:r>
            <a:r>
              <a:rPr lang="uk-UA" sz="2400" dirty="0"/>
              <a:t> на березі Дніпра. </a:t>
            </a:r>
            <a:r>
              <a:rPr lang="uk-UA" sz="2400" dirty="0" err="1">
                <a:solidFill>
                  <a:srgbClr val="00B050"/>
                </a:solidFill>
              </a:rPr>
              <a:t>Заснвники</a:t>
            </a:r>
            <a:r>
              <a:rPr lang="uk-UA" sz="2400" dirty="0"/>
              <a:t> – брати Кий, Щек, Хорив і їх сестра Либідь</a:t>
            </a:r>
          </a:p>
          <a:p>
            <a:pPr>
              <a:buNone/>
            </a:pPr>
            <a:endParaRPr lang="uk-UA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uk-UA" dirty="0"/>
              <a:t>Пам’ятки Києва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uk-UA" b="0" dirty="0"/>
              <a:t>Софійський собор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half" idx="3"/>
          </p:nvPr>
        </p:nvSpPr>
        <p:spPr/>
        <p:txBody>
          <a:bodyPr/>
          <a:lstStyle/>
          <a:p>
            <a:pPr algn="ctr"/>
            <a:r>
              <a:rPr lang="uk-UA" b="0" dirty="0" err="1">
                <a:solidFill>
                  <a:srgbClr val="00B050"/>
                </a:solidFill>
              </a:rPr>
              <a:t>Майан</a:t>
            </a:r>
            <a:r>
              <a:rPr lang="uk-UA" b="0" dirty="0"/>
              <a:t> незалежності</a:t>
            </a:r>
          </a:p>
        </p:txBody>
      </p:sp>
      <p:pic>
        <p:nvPicPr>
          <p:cNvPr id="7" name="Содержимое 6" descr="791px-Kyjiv_sofienkathedrale.jpg"/>
          <p:cNvPicPr>
            <a:picLocks noGrp="1" noChangeAspect="1"/>
          </p:cNvPicPr>
          <p:nvPr>
            <p:ph sz="quarter" idx="2"/>
          </p:nvPr>
        </p:nvPicPr>
        <p:blipFill>
          <a:blip r:embed="rId3" cstate="print"/>
          <a:stretch>
            <a:fillRect/>
          </a:stretch>
        </p:blipFill>
        <p:spPr>
          <a:xfrm>
            <a:off x="893127" y="2822575"/>
            <a:ext cx="3017520" cy="36576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" name="Содержимое 7" descr="Lavra.jpg"/>
          <p:cNvPicPr>
            <a:picLocks noGrp="1" noChangeAspect="1"/>
          </p:cNvPicPr>
          <p:nvPr>
            <p:ph sz="quarter" idx="4"/>
          </p:nvPr>
        </p:nvPicPr>
        <p:blipFill>
          <a:blip r:embed="rId4" cstate="print"/>
          <a:stretch>
            <a:fillRect/>
          </a:stretch>
        </p:blipFill>
        <p:spPr>
          <a:xfrm>
            <a:off x="4981511" y="2822575"/>
            <a:ext cx="3308096" cy="36576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uk-UA" dirty="0"/>
              <a:t>Київ сучасний</a:t>
            </a:r>
          </a:p>
        </p:txBody>
      </p:sp>
      <p:pic>
        <p:nvPicPr>
          <p:cNvPr id="5" name="Содержимое 4" descr="6358308_3ade227f.jpg"/>
          <p:cNvPicPr>
            <a:picLocks noGrp="1" noChangeAspect="1"/>
          </p:cNvPicPr>
          <p:nvPr>
            <p:ph sz="half" idx="1"/>
          </p:nvPr>
        </p:nvPicPr>
        <p:blipFill>
          <a:blip r:embed="rId3" cstate="screen"/>
          <a:stretch>
            <a:fillRect/>
          </a:stretch>
        </p:blipFill>
        <p:spPr>
          <a:xfrm>
            <a:off x="1333500" y="2988469"/>
            <a:ext cx="2286000" cy="3048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180000" indent="0">
              <a:spcBef>
                <a:spcPts val="0"/>
              </a:spcBef>
              <a:buNone/>
            </a:pPr>
            <a:endParaRPr lang="en-US" sz="2400" dirty="0">
              <a:solidFill>
                <a:srgbClr val="00B050"/>
              </a:solidFill>
            </a:endParaRPr>
          </a:p>
          <a:p>
            <a:pPr marL="180000" indent="0">
              <a:spcBef>
                <a:spcPts val="0"/>
              </a:spcBef>
              <a:buNone/>
            </a:pPr>
            <a:r>
              <a:rPr lang="uk-UA" sz="2400" dirty="0" err="1">
                <a:solidFill>
                  <a:srgbClr val="00B050"/>
                </a:solidFill>
              </a:rPr>
              <a:t>Сталиця</a:t>
            </a:r>
            <a:r>
              <a:rPr lang="uk-UA" sz="2400" dirty="0"/>
              <a:t> України. Населення – близько 3 млн. </a:t>
            </a:r>
            <a:r>
              <a:rPr lang="uk-UA" sz="2400" dirty="0" err="1">
                <a:solidFill>
                  <a:srgbClr val="00B050"/>
                </a:solidFill>
              </a:rPr>
              <a:t>Центальна</a:t>
            </a:r>
            <a:r>
              <a:rPr lang="uk-UA" sz="2400" dirty="0"/>
              <a:t> </a:t>
            </a:r>
            <a:r>
              <a:rPr lang="uk-UA" sz="2400" dirty="0" err="1">
                <a:solidFill>
                  <a:srgbClr val="00B050"/>
                </a:solidFill>
              </a:rPr>
              <a:t>вулеця</a:t>
            </a:r>
            <a:r>
              <a:rPr lang="uk-UA" sz="2400" dirty="0"/>
              <a:t> – Хрещатик.</a:t>
            </a:r>
            <a:r>
              <a:rPr lang="en-US" sz="2400" dirty="0"/>
              <a:t> </a:t>
            </a:r>
            <a:r>
              <a:rPr lang="uk-UA" sz="2400" dirty="0"/>
              <a:t>Головна площа – Майдан Незалежності.</a:t>
            </a:r>
          </a:p>
          <a:p>
            <a:pPr marL="180000">
              <a:spcBef>
                <a:spcPts val="0"/>
              </a:spcBef>
            </a:pPr>
            <a:endParaRPr lang="uk-UA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uk-UA" dirty="0" err="1"/>
              <a:t>Ки</a:t>
            </a:r>
            <a:r>
              <a:rPr lang="uk-UA" dirty="0" err="1">
                <a:solidFill>
                  <a:srgbClr val="00B050"/>
                </a:solidFill>
              </a:rPr>
              <a:t>є</a:t>
            </a:r>
            <a:r>
              <a:rPr lang="uk-UA" dirty="0" err="1"/>
              <a:t>в</a:t>
            </a:r>
            <a:r>
              <a:rPr lang="uk-UA" dirty="0"/>
              <a:t> сучасний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uk-UA" b="0" dirty="0"/>
              <a:t>Києво-Печерська Лавра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half" idx="3"/>
          </p:nvPr>
        </p:nvSpPr>
        <p:spPr/>
        <p:txBody>
          <a:bodyPr/>
          <a:lstStyle/>
          <a:p>
            <a:pPr algn="ctr"/>
            <a:r>
              <a:rPr lang="uk-UA" b="0" dirty="0"/>
              <a:t>Бабин Яр</a:t>
            </a:r>
          </a:p>
        </p:txBody>
      </p:sp>
      <p:pic>
        <p:nvPicPr>
          <p:cNvPr id="2050" name="Picture 2" descr="http://inspired.com.ua/wp-content/uploads/2011/05/IMG_6088_SM-640x426.jpg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 cstate="print"/>
          <a:stretch>
            <a:fillRect/>
          </a:stretch>
        </p:blipFill>
        <p:spPr bwMode="auto">
          <a:xfrm>
            <a:off x="1000100" y="3166350"/>
            <a:ext cx="2505163" cy="294806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052" name="Picture 4" descr="&amp;Bcy;&amp;acy;&amp;bcy;&amp;icy;&amp;ncy; &amp;YAcy;&amp;rcy;"/>
          <p:cNvPicPr>
            <a:picLocks noGrp="1" noChangeAspect="1" noChangeArrowheads="1"/>
          </p:cNvPicPr>
          <p:nvPr>
            <p:ph sz="quarter" idx="4"/>
          </p:nvPr>
        </p:nvPicPr>
        <p:blipFill>
          <a:blip r:embed="rId4" cstate="screen"/>
          <a:stretch>
            <a:fillRect/>
          </a:stretch>
        </p:blipFill>
        <p:spPr bwMode="auto">
          <a:xfrm>
            <a:off x="5489257" y="3188335"/>
            <a:ext cx="2499360" cy="29260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rPr>
              <a:t>Запрошуємо у Київ!</a:t>
            </a:r>
          </a:p>
        </p:txBody>
      </p:sp>
      <p:sp>
        <p:nvSpPr>
          <p:cNvPr id="3" name="Місце для тексту 2"/>
          <p:cNvSpPr>
            <a:spLocks noGrp="1"/>
          </p:cNvSpPr>
          <p:nvPr>
            <p:ph type="body" idx="1"/>
          </p:nvPr>
        </p:nvSpPr>
        <p:spPr>
          <a:xfrm>
            <a:off x="500034" y="3714752"/>
            <a:ext cx="7994679" cy="1509712"/>
          </a:xfrm>
        </p:spPr>
        <p:txBody>
          <a:bodyPr anchor="t"/>
          <a:lstStyle/>
          <a:p>
            <a:r>
              <a:rPr lang="uk-UA" dirty="0">
                <a:solidFill>
                  <a:srgbClr val="00B050"/>
                </a:solidFill>
              </a:rPr>
              <a:t>намалюйте в </a:t>
            </a:r>
            <a:r>
              <a:rPr lang="en-US" dirty="0">
                <a:solidFill>
                  <a:srgbClr val="00B050"/>
                </a:solidFill>
              </a:rPr>
              <a:t>Paint </a:t>
            </a:r>
            <a:r>
              <a:rPr lang="uk-UA" dirty="0">
                <a:solidFill>
                  <a:srgbClr val="00B050"/>
                </a:solidFill>
              </a:rPr>
              <a:t>і скопіюйте на цей слайд </a:t>
            </a:r>
          </a:p>
          <a:p>
            <a:r>
              <a:rPr lang="uk-UA" dirty="0">
                <a:solidFill>
                  <a:srgbClr val="00B050"/>
                </a:solidFill>
              </a:rPr>
              <a:t>	</a:t>
            </a:r>
            <a:r>
              <a:rPr lang="uk-UA" b="1" dirty="0">
                <a:solidFill>
                  <a:srgbClr val="00B050"/>
                </a:solidFill>
              </a:rPr>
              <a:t>прапор</a:t>
            </a:r>
            <a:r>
              <a:rPr lang="uk-UA" dirty="0">
                <a:solidFill>
                  <a:srgbClr val="00B050"/>
                </a:solidFill>
              </a:rPr>
              <a:t>  і </a:t>
            </a:r>
            <a:r>
              <a:rPr lang="uk-UA" b="1" dirty="0">
                <a:solidFill>
                  <a:srgbClr val="00B050"/>
                </a:solidFill>
              </a:rPr>
              <a:t>герб </a:t>
            </a:r>
            <a:r>
              <a:rPr lang="uk-UA" dirty="0">
                <a:solidFill>
                  <a:srgbClr val="00B050"/>
                </a:solidFill>
              </a:rPr>
              <a:t> України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Міська">
  <a:themeElements>
    <a:clrScheme name="Міська">
      <a:dk1>
        <a:sysClr val="windowText" lastClr="000000"/>
      </a:dk1>
      <a:lt1>
        <a:sysClr val="window" lastClr="FFFFFF"/>
      </a:lt1>
      <a:dk2>
        <a:srgbClr val="424456"/>
      </a:dk2>
      <a:lt2>
        <a:srgbClr val="DEDEDE"/>
      </a:lt2>
      <a:accent1>
        <a:srgbClr val="53548A"/>
      </a:accent1>
      <a:accent2>
        <a:srgbClr val="438086"/>
      </a:accent2>
      <a:accent3>
        <a:srgbClr val="A04DA3"/>
      </a:accent3>
      <a:accent4>
        <a:srgbClr val="C4652D"/>
      </a:accent4>
      <a:accent5>
        <a:srgbClr val="8B5D3D"/>
      </a:accent5>
      <a:accent6>
        <a:srgbClr val="5C92B5"/>
      </a:accent6>
      <a:hlink>
        <a:srgbClr val="67AFBD"/>
      </a:hlink>
      <a:folHlink>
        <a:srgbClr val="C2A874"/>
      </a:folHlink>
    </a:clrScheme>
    <a:fontScheme name="Міська">
      <a:majorFont>
        <a:latin typeface="Trebuchet MS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eorgia"/>
        <a:ea typeface=""/>
        <a:cs typeface=""/>
        <a:font script="Jpan" typeface="HG明朝B"/>
        <a:font script="Hang" typeface="맑은 고딕"/>
        <a:font script="Hans" typeface="宋体"/>
        <a:font script="Hant" typeface="新細明體"/>
        <a:font script="Arab" typeface="Arial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Міська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255000"/>
              </a:schemeClr>
            </a:gs>
            <a:gs pos="55000">
              <a:schemeClr val="phClr">
                <a:tint val="12000"/>
                <a:satMod val="255000"/>
              </a:schemeClr>
            </a:gs>
            <a:gs pos="100000">
              <a:schemeClr val="phClr">
                <a:tint val="45000"/>
                <a:satMod val="250000"/>
              </a:schemeClr>
            </a:gs>
          </a:gsLst>
          <a:path path="circle">
            <a:fillToRect l="-40000" t="-90000" r="140000" b="190000"/>
          </a:path>
        </a:gradFill>
        <a:gradFill rotWithShape="1">
          <a:gsLst>
            <a:gs pos="0">
              <a:schemeClr val="phClr">
                <a:tint val="43000"/>
                <a:satMod val="165000"/>
              </a:schemeClr>
            </a:gs>
            <a:gs pos="55000">
              <a:schemeClr val="phClr">
                <a:tint val="83000"/>
                <a:satMod val="155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-40000" t="-90000" r="140000" b="19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15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flat" dir="t">
              <a:rot lat="0" lon="0" rev="20040000"/>
            </a:lightRig>
          </a:scene3d>
          <a:sp3d contourW="12700" prstMaterial="dkEdge">
            <a:bevelT w="25400" h="38100" prst="convex"/>
            <a:contourClr>
              <a:schemeClr val="phClr">
                <a:satMod val="115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100000">
              <a:schemeClr val="phClr">
                <a:tint val="80000"/>
                <a:satMod val="250000"/>
              </a:schemeClr>
            </a:gs>
            <a:gs pos="60000">
              <a:schemeClr val="phClr">
                <a:shade val="38000"/>
                <a:satMod val="175000"/>
              </a:schemeClr>
            </a:gs>
            <a:gs pos="0">
              <a:schemeClr val="phClr">
                <a:shade val="30000"/>
                <a:satMod val="175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</a:schemeClr>
              <a:schemeClr val="phClr">
                <a:tint val="96000"/>
                <a:satMod val="150000"/>
              </a:schemeClr>
            </a:duotone>
          </a:blip>
          <a:tile tx="0" ty="0" sx="80000" sy="8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Urban</Template>
  <TotalTime>0</TotalTime>
  <Words>322</Words>
  <Application>Microsoft Office PowerPoint</Application>
  <PresentationFormat>Екран (4:3)</PresentationFormat>
  <Paragraphs>45</Paragraphs>
  <Slides>7</Slides>
  <Notes>7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7</vt:i4>
      </vt:variant>
    </vt:vector>
  </HeadingPairs>
  <TitlesOfParts>
    <vt:vector size="13" baseType="lpstr">
      <vt:lpstr>Arial</vt:lpstr>
      <vt:lpstr>Georgia</vt:lpstr>
      <vt:lpstr>Times New Roman</vt:lpstr>
      <vt:lpstr>Trebuchet MS</vt:lpstr>
      <vt:lpstr>Wingdings 2</vt:lpstr>
      <vt:lpstr>Міська</vt:lpstr>
      <vt:lpstr>Віртуальна подорож Києвом</vt:lpstr>
      <vt:lpstr>підпишіть</vt:lpstr>
      <vt:lpstr>Історія заснування</vt:lpstr>
      <vt:lpstr>Пам’ятки Києва</vt:lpstr>
      <vt:lpstr>Київ сучасний</vt:lpstr>
      <vt:lpstr>Києв сучасний</vt:lpstr>
      <vt:lpstr>Запрошуємо у Київ!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Teacher</cp:lastModifiedBy>
  <cp:revision>2</cp:revision>
  <dcterms:created xsi:type="dcterms:W3CDTF">2015-04-15T10:49:50Z</dcterms:created>
  <dcterms:modified xsi:type="dcterms:W3CDTF">2025-07-10T12:23:43Z</dcterms:modified>
</cp:coreProperties>
</file>