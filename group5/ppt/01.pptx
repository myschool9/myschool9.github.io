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9"/>
  </p:notesMasterIdLst>
  <p:handoutMasterIdLst>
    <p:handoutMasterId r:id="rId10"/>
  </p:handoutMasterIdLst>
  <p:sldIdLst>
    <p:sldId id="256" r:id="rId2"/>
    <p:sldId id="261" r:id="rId3"/>
    <p:sldId id="257" r:id="rId4"/>
    <p:sldId id="259" r:id="rId5"/>
    <p:sldId id="258" r:id="rId6"/>
    <p:sldId id="262" r:id="rId7"/>
    <p:sldId id="260" r:id="rId8"/>
  </p:sldIdLst>
  <p:sldSz cx="12192000" cy="6858000"/>
  <p:notesSz cx="69469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0" autoAdjust="0"/>
    <p:restoredTop sz="87729" autoAdjust="0"/>
  </p:normalViewPr>
  <p:slideViewPr>
    <p:cSldViewPr>
      <p:cViewPr varScale="1">
        <p:scale>
          <a:sx n="73" d="100"/>
          <a:sy n="73" d="100"/>
        </p:scale>
        <p:origin x="1042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latin typeface="Times New Roman" pitchFamily="18" charset="0"/>
              </a:defRPr>
            </a:lvl1pPr>
          </a:lstStyle>
          <a:p>
            <a:fld id="{6F849F20-8272-43BE-A1F0-3BF960B1A6A5}" type="slidenum">
              <a:rPr lang="ru-RU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79413" y="696913"/>
            <a:ext cx="6188075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410075"/>
            <a:ext cx="50958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latin typeface="Times New Roman" pitchFamily="18" charset="0"/>
              </a:defRPr>
            </a:lvl1pPr>
          </a:lstStyle>
          <a:p>
            <a:fld id="{C24B1D8C-029E-4AC0-B2D5-4CB9930AA4E6}" type="slidenum">
              <a:rPr lang="ru-RU"/>
              <a:pPr/>
              <a:t>‹№›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None/>
            </a:pPr>
            <a:r>
              <a:rPr kumimoji="1" lang="uk-UA" sz="10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Виправте помилки у словах та зробіть презентацію красивою!</a:t>
            </a:r>
          </a:p>
          <a:p>
            <a:pPr marL="228600" indent="-228600">
              <a:buFont typeface="+mj-lt"/>
              <a:buNone/>
            </a:pPr>
            <a:r>
              <a:rPr kumimoji="1" lang="uk-UA" sz="10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Кожне речення – з </a:t>
            </a:r>
            <a:r>
              <a:rPr kumimoji="1" lang="uk-UA" sz="10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нового абзацу + </a:t>
            </a:r>
            <a:r>
              <a:rPr kumimoji="1" lang="uk-UA" sz="10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заголовки – </a:t>
            </a:r>
            <a:r>
              <a:rPr kumimoji="1" lang="uk-UA" sz="1000" b="0" i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по центру</a:t>
            </a:r>
            <a:endParaRPr kumimoji="1" lang="uk-UA" sz="10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228600" indent="-228600">
              <a:buFont typeface="+mj-lt"/>
              <a:buNone/>
            </a:pPr>
            <a:r>
              <a:rPr kumimoji="1" lang="uk-UA" sz="10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</a:t>
            </a:r>
            <a:r>
              <a:rPr kumimoji="1" lang="uk-UA" sz="10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Змініть кольори на слайдах (</a:t>
            </a:r>
            <a:r>
              <a:rPr kumimoji="1" lang="uk-UA" sz="1000" b="1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Конструктор</a:t>
            </a:r>
            <a:r>
              <a:rPr kumimoji="1" lang="uk-UA" sz="10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endParaRPr kumimoji="1" lang="uk-UA" sz="10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Виправте помилки у словах та зробіть презентацію красивою!</a:t>
            </a: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Кожне речення – з </a:t>
            </a:r>
            <a:r>
              <a:rPr kumimoji="1" lang="uk-UA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нового абзацу + </a:t>
            </a: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заголовки – </a:t>
            </a:r>
            <a:r>
              <a:rPr kumimoji="1" lang="uk-UA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по центру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Змініть кольори на слайдах (</a:t>
            </a:r>
            <a:r>
              <a:rPr kumimoji="1" lang="uk-UA" sz="1200" b="1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Конструктор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Виправте помилки у словах та зробіть презентацію красивою!</a:t>
            </a: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Кожне речення – з </a:t>
            </a:r>
            <a:r>
              <a:rPr kumimoji="1" lang="uk-UA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нового абзацу + </a:t>
            </a: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заголовки – </a:t>
            </a:r>
            <a:r>
              <a:rPr kumimoji="1" lang="uk-UA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по центру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Змініть кольори на слайдах (</a:t>
            </a:r>
            <a:r>
              <a:rPr kumimoji="1" lang="uk-UA" sz="1200" b="1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Конструктор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Виправте помилки у словах та зробіть презентацію красивою!</a:t>
            </a: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Кожне речення – з </a:t>
            </a:r>
            <a:r>
              <a:rPr kumimoji="1" lang="uk-UA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нового абзацу + </a:t>
            </a: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заголовки – </a:t>
            </a:r>
            <a:r>
              <a:rPr kumimoji="1" lang="uk-UA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по центру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Змініть кольори на слайдах (</a:t>
            </a:r>
            <a:r>
              <a:rPr kumimoji="1" lang="uk-UA" sz="1200" b="1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Конструктор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Виправте помилки у словах та зробіть презентацію красивою!</a:t>
            </a: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Кожне речення – з </a:t>
            </a:r>
            <a:r>
              <a:rPr kumimoji="1" lang="uk-UA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нового абзацу + </a:t>
            </a: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заголовки – </a:t>
            </a:r>
            <a:r>
              <a:rPr kumimoji="1" lang="uk-UA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по центру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Змініть кольори на слайдах (</a:t>
            </a:r>
            <a:r>
              <a:rPr kumimoji="1" lang="uk-UA" sz="1200" b="1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Конструктор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Виправте помилки у словах та зробіть презентацію красивою!</a:t>
            </a: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Кожне речення – з </a:t>
            </a:r>
            <a:r>
              <a:rPr kumimoji="1" lang="uk-UA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нового абзацу + </a:t>
            </a: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заголовки – </a:t>
            </a:r>
            <a:r>
              <a:rPr kumimoji="1" lang="uk-UA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по центру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Змініть кольори на слайдах (</a:t>
            </a:r>
            <a:r>
              <a:rPr kumimoji="1" lang="uk-UA" sz="1200" b="1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Конструктор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1. Виправте помилки у словах та зробіть презентацію красивою!</a:t>
            </a: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2. Кожне речення – з </a:t>
            </a:r>
            <a:r>
              <a:rPr kumimoji="1" lang="uk-UA" sz="1200" b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нового абзацу + </a:t>
            </a: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заголовки – </a:t>
            </a:r>
            <a:r>
              <a:rPr kumimoji="1" lang="uk-UA" sz="1200" b="0" i="1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по центру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  <a:p>
            <a:pPr marL="228600" indent="-228600">
              <a:buFont typeface="+mj-lt"/>
              <a:buNone/>
            </a:pPr>
            <a:r>
              <a:rPr kumimoji="1" lang="uk-UA" sz="1200" b="0" kern="120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3.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 Змініть кольори на слайдах (</a:t>
            </a:r>
            <a:r>
              <a:rPr kumimoji="1" lang="uk-UA" sz="1200" b="1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Конструктор</a:t>
            </a:r>
            <a:r>
              <a:rPr kumimoji="1" lang="uk-UA" sz="1200" b="0" kern="1200" baseline="0" dirty="0">
                <a:solidFill>
                  <a:schemeClr val="tx1"/>
                </a:solidFill>
                <a:latin typeface="Arial" charset="0"/>
                <a:ea typeface="+mn-ea"/>
                <a:cs typeface="+mn-cs"/>
              </a:rPr>
              <a:t>)</a:t>
            </a:r>
            <a:endParaRPr kumimoji="1" lang="uk-UA" sz="1200" b="1" kern="1200" dirty="0">
              <a:solidFill>
                <a:schemeClr val="tx1"/>
              </a:solidFill>
              <a:latin typeface="Arial" charset="0"/>
              <a:ea typeface="+mn-ea"/>
              <a:cs typeface="+mn-cs"/>
            </a:endParaRP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кутник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24" name="Прямокутник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25" name="Прямокутник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26" name="Прямокутник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27" name="Прямокутник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 useBgFill="1">
        <p:nvSpPr>
          <p:cNvPr id="30" name="Округлений прямокутник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 useBgFill="1">
        <p:nvSpPr>
          <p:cNvPr id="31" name="Округлений прямокутник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7" name="Прямокутник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10" name="Прямокутник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11" name="Прямокутник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19" name="Прямокутник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9" name="Підзаголовок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uk-UA"/>
              <a:t>Зразок підзаголовка</a:t>
            </a:r>
            <a:endParaRPr kumimoji="0" lang="en-US"/>
          </a:p>
        </p:txBody>
      </p:sp>
      <p:sp>
        <p:nvSpPr>
          <p:cNvPr id="28" name="Місце для дати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17" name="Місце для нижнього колонтитула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Місце для номера слайда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‹№›</a:t>
            </a:fld>
            <a:endParaRPr kumimoji="0"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5" name="Місце для вмісту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26" name="Місце для дати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11/18/2025</a:t>
            </a:fld>
            <a:endParaRPr lang="en-US"/>
          </a:p>
        </p:txBody>
      </p:sp>
      <p:sp>
        <p:nvSpPr>
          <p:cNvPr id="27" name="Місце для номера слайда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‹№›</a:t>
            </a:fld>
            <a:endParaRPr kumimoji="0" lang="en-US"/>
          </a:p>
        </p:txBody>
      </p:sp>
      <p:sp>
        <p:nvSpPr>
          <p:cNvPr id="28" name="Місце для нижнього колонтитула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96652B35-718D-4E28-AFEB-B694A3B357E8}" type="slidenum">
              <a:rPr kumimoji="0" lang="en-US" smtClean="0"/>
              <a:pPr/>
              <a:t>‹№›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uk-UA"/>
              <a:t>Клацніть піктограму, щоб додати зображення</a:t>
            </a:r>
            <a:endParaRPr kumimoji="0"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uk-UA"/>
              <a:t>Зразок тексту</a:t>
            </a:r>
          </a:p>
          <a:p>
            <a:pPr lvl="1" eaLnBrk="1" latinLnBrk="0" hangingPunct="1"/>
            <a:r>
              <a:rPr lang="uk-UA"/>
              <a:t>Другий рівень</a:t>
            </a:r>
          </a:p>
          <a:p>
            <a:pPr lvl="2" eaLnBrk="1" latinLnBrk="0" hangingPunct="1"/>
            <a:r>
              <a:rPr lang="uk-UA"/>
              <a:t>Третій рівень</a:t>
            </a:r>
          </a:p>
          <a:p>
            <a:pPr lvl="3" eaLnBrk="1" latinLnBrk="0" hangingPunct="1"/>
            <a:r>
              <a:rPr lang="uk-UA"/>
              <a:t>Четвертий рівень</a:t>
            </a:r>
          </a:p>
          <a:p>
            <a:pPr lvl="4" eaLnBrk="1" latinLnBrk="0" hangingPunct="1"/>
            <a:r>
              <a:rPr lang="uk-UA"/>
              <a:t>П'ятий рівень</a:t>
            </a:r>
            <a:endParaRPr kumimoji="0" lang="en-US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52B35-718D-4E28-AFEB-B694A3B357E8}" type="slidenum">
              <a:rPr kumimoji="0" lang="en-US" smtClean="0"/>
              <a:pPr/>
              <a:t>‹№›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кутник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29" name="Прямокутник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30" name="Прямокутник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31" name="Прямокутник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32" name="Прямокутник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 useBgFill="1">
        <p:nvSpPr>
          <p:cNvPr id="33" name="Округлений прямокутник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 useBgFill="1">
        <p:nvSpPr>
          <p:cNvPr id="34" name="Округлений прямокутник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35" name="Прямокутник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 dirty="0"/>
          </a:p>
        </p:txBody>
      </p:sp>
      <p:sp>
        <p:nvSpPr>
          <p:cNvPr id="36" name="Прямокутник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 dirty="0"/>
          </a:p>
        </p:txBody>
      </p:sp>
      <p:sp>
        <p:nvSpPr>
          <p:cNvPr id="37" name="Прямокутник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38" name="Прямокутник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39" name="Прямокутник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/>
          </a:p>
        </p:txBody>
      </p:sp>
      <p:sp>
        <p:nvSpPr>
          <p:cNvPr id="40" name="Прямокутник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400" dirty="0"/>
          </a:p>
        </p:txBody>
      </p:sp>
      <p:sp>
        <p:nvSpPr>
          <p:cNvPr id="22" name="Місце для заголовка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uk-UA"/>
              <a:t>Зразок заголовка</a:t>
            </a:r>
            <a:endParaRPr kumimoji="0" lang="en-US"/>
          </a:p>
        </p:txBody>
      </p:sp>
      <p:sp>
        <p:nvSpPr>
          <p:cNvPr id="13" name="Місце для тексту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uk-UA"/>
              <a:t>Зразок тексту</a:t>
            </a:r>
          </a:p>
          <a:p>
            <a:pPr lvl="1" eaLnBrk="1" latinLnBrk="0" hangingPunct="1"/>
            <a:r>
              <a:rPr kumimoji="0" lang="uk-UA"/>
              <a:t>Другий рівень</a:t>
            </a:r>
          </a:p>
          <a:p>
            <a:pPr lvl="2" eaLnBrk="1" latinLnBrk="0" hangingPunct="1"/>
            <a:r>
              <a:rPr kumimoji="0" lang="uk-UA"/>
              <a:t>Третій рівень</a:t>
            </a:r>
          </a:p>
          <a:p>
            <a:pPr lvl="3" eaLnBrk="1" latinLnBrk="0" hangingPunct="1"/>
            <a:r>
              <a:rPr kumimoji="0" lang="uk-UA"/>
              <a:t>Четвертий рівень</a:t>
            </a:r>
          </a:p>
          <a:p>
            <a:pPr lvl="4" eaLnBrk="1" latinLnBrk="0" hangingPunct="1"/>
            <a:r>
              <a:rPr kumimoji="0" lang="uk-UA"/>
              <a:t>П'ятий рівень</a:t>
            </a:r>
            <a:endParaRPr kumimoji="0" lang="en-US"/>
          </a:p>
        </p:txBody>
      </p:sp>
      <p:sp>
        <p:nvSpPr>
          <p:cNvPr id="14" name="Місце для дати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11/18/2025</a:t>
            </a:fld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r" eaLnBrk="1" latinLnBrk="0" hangingPunct="1"/>
            <a:endParaRPr kumimoji="0" lang="en-US" sz="800" dirty="0">
              <a:solidFill>
                <a:schemeClr val="accent2"/>
              </a:solidFill>
            </a:endParaRPr>
          </a:p>
        </p:txBody>
      </p:sp>
      <p:sp>
        <p:nvSpPr>
          <p:cNvPr id="23" name="Місце для номера слайда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6652B35-718D-4E28-AFEB-B694A3B357E8}" type="slidenum">
              <a:rPr kumimoji="0" lang="en-US" smtClean="0"/>
              <a:pPr algn="r" eaLnBrk="1" latinLnBrk="0" hangingPunct="1"/>
              <a:t>‹№›</a:t>
            </a:fld>
            <a:endParaRPr kumimoji="0" lang="en-US" sz="1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uk-UA" dirty="0"/>
              <a:t>Віртуальна </a:t>
            </a:r>
            <a:r>
              <a:rPr lang="uk-UA"/>
              <a:t>подорож Києвом</a:t>
            </a:r>
            <a:endParaRPr lang="ru-RU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Знайомимось з </a:t>
            </a:r>
            <a:r>
              <a:rPr lang="uk-UA" dirty="0">
                <a:solidFill>
                  <a:srgbClr val="000000"/>
                </a:solidFill>
              </a:rPr>
              <a:t>містами </a:t>
            </a:r>
            <a:r>
              <a:rPr lang="uk-UA" dirty="0" err="1">
                <a:solidFill>
                  <a:srgbClr val="000000"/>
                </a:solidFill>
              </a:rPr>
              <a:t>Украни</a:t>
            </a:r>
            <a:endParaRPr lang="uk-UA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uk-UA" dirty="0">
                <a:solidFill>
                  <a:srgbClr val="000000"/>
                </a:solidFill>
              </a:rPr>
              <a:t>???</a:t>
            </a:r>
          </a:p>
        </p:txBody>
      </p:sp>
      <p:pic>
        <p:nvPicPr>
          <p:cNvPr id="11" name="Місце для вмісту 10" descr="1.pn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848678" y="2420888"/>
            <a:ext cx="6494644" cy="432435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uk-UA" dirty="0"/>
              <a:t>Історія заснування</a:t>
            </a:r>
          </a:p>
        </p:txBody>
      </p:sp>
      <p:pic>
        <p:nvPicPr>
          <p:cNvPr id="7" name="Содержимое 6" descr="botsad_2.jpg"/>
          <p:cNvPicPr>
            <a:picLocks noGrp="1" noChangeAspect="1"/>
          </p:cNvPicPr>
          <p:nvPr>
            <p:ph sz="half" idx="1"/>
          </p:nvPr>
        </p:nvPicPr>
        <p:blipFill>
          <a:blip r:embed="rId3" cstate="screen"/>
          <a:stretch>
            <a:fillRect/>
          </a:stretch>
        </p:blipFill>
        <p:spPr>
          <a:xfrm>
            <a:off x="1559496" y="2409286"/>
            <a:ext cx="3968496" cy="42062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>
          <a:xfrm>
            <a:off x="6197600" y="2329355"/>
            <a:ext cx="5384800" cy="4366101"/>
          </a:xfrm>
        </p:spPr>
        <p:txBody>
          <a:bodyPr/>
          <a:lstStyle/>
          <a:p>
            <a:pPr marL="0" indent="0">
              <a:buNone/>
            </a:pPr>
            <a:endParaRPr lang="uk-UA" sz="2800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uk-UA" sz="2800" dirty="0">
                <a:solidFill>
                  <a:srgbClr val="000000"/>
                </a:solidFill>
              </a:rPr>
              <a:t>Перша </a:t>
            </a:r>
            <a:r>
              <a:rPr lang="uk-UA" sz="2800" dirty="0" err="1">
                <a:solidFill>
                  <a:srgbClr val="000000"/>
                </a:solidFill>
              </a:rPr>
              <a:t>згадддка</a:t>
            </a:r>
            <a:r>
              <a:rPr lang="uk-UA" sz="2800" dirty="0">
                <a:solidFill>
                  <a:srgbClr val="000000"/>
                </a:solidFill>
              </a:rPr>
              <a:t> - 482 рік. </a:t>
            </a:r>
            <a:r>
              <a:rPr lang="uk-UA" sz="2800" dirty="0" err="1">
                <a:solidFill>
                  <a:srgbClr val="000000"/>
                </a:solidFill>
              </a:rPr>
              <a:t>Розмііщщений</a:t>
            </a:r>
            <a:r>
              <a:rPr lang="uk-UA" sz="2800" dirty="0">
                <a:solidFill>
                  <a:srgbClr val="000000"/>
                </a:solidFill>
              </a:rPr>
              <a:t> на березі Дніпра. </a:t>
            </a:r>
            <a:r>
              <a:rPr lang="uk-UA" sz="2800" dirty="0" err="1">
                <a:solidFill>
                  <a:srgbClr val="000000"/>
                </a:solidFill>
              </a:rPr>
              <a:t>Заснвники</a:t>
            </a:r>
            <a:r>
              <a:rPr lang="uk-UA" sz="2800" dirty="0">
                <a:solidFill>
                  <a:srgbClr val="000000"/>
                </a:solidFill>
              </a:rPr>
              <a:t> – брати Кий, Щек, Хорив і їх сестра Либідь.</a:t>
            </a:r>
          </a:p>
          <a:p>
            <a:pPr>
              <a:buNone/>
            </a:pPr>
            <a:endParaRPr lang="uk-UA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uk-UA" dirty="0"/>
              <a:t>Пам’ятки Києва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uk-UA" sz="2000" b="0" dirty="0"/>
              <a:t>Софійський собор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algn="ctr"/>
            <a:r>
              <a:rPr lang="uk-UA" sz="2000" b="0" dirty="0" err="1">
                <a:solidFill>
                  <a:srgbClr val="000000"/>
                </a:solidFill>
              </a:rPr>
              <a:t>Майан</a:t>
            </a:r>
            <a:r>
              <a:rPr lang="uk-UA" sz="2000" b="0" dirty="0">
                <a:solidFill>
                  <a:srgbClr val="000000"/>
                </a:solidFill>
              </a:rPr>
              <a:t> </a:t>
            </a:r>
            <a:r>
              <a:rPr lang="uk-UA" sz="2000" b="0" dirty="0"/>
              <a:t>незалежності</a:t>
            </a:r>
          </a:p>
        </p:txBody>
      </p:sp>
      <p:pic>
        <p:nvPicPr>
          <p:cNvPr id="7" name="Содержимое 6" descr="791px-Kyjiv_sofienkathedrale.jpg"/>
          <p:cNvPicPr>
            <a:picLocks noGrp="1" noChangeAspect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>
          <a:xfrm>
            <a:off x="2417127" y="2822575"/>
            <a:ext cx="3017520" cy="3657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Содержимое 7" descr="Lavra.jpg"/>
          <p:cNvPicPr>
            <a:picLocks noGrp="1" noChangeAspect="1"/>
          </p:cNvPicPr>
          <p:nvPr>
            <p:ph sz="quarter" idx="4"/>
          </p:nvPr>
        </p:nvPicPr>
        <p:blipFill>
          <a:blip r:embed="rId4" cstate="print"/>
          <a:stretch>
            <a:fillRect/>
          </a:stretch>
        </p:blipFill>
        <p:spPr>
          <a:xfrm>
            <a:off x="3780599" y="3068960"/>
            <a:ext cx="3308096" cy="3657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uk-UA" dirty="0"/>
              <a:t>Київ сучасний</a:t>
            </a:r>
          </a:p>
        </p:txBody>
      </p:sp>
      <p:pic>
        <p:nvPicPr>
          <p:cNvPr id="5" name="Содержимое 4" descr="6358308_3ade227f.jpg"/>
          <p:cNvPicPr>
            <a:picLocks noGrp="1" noChangeAspect="1"/>
          </p:cNvPicPr>
          <p:nvPr>
            <p:ph sz="half" idx="1"/>
          </p:nvPr>
        </p:nvPicPr>
        <p:blipFill>
          <a:blip r:embed="rId3" cstate="screen"/>
          <a:stretch>
            <a:fillRect/>
          </a:stretch>
        </p:blipFill>
        <p:spPr>
          <a:xfrm rot="18458442">
            <a:off x="1919536" y="2636912"/>
            <a:ext cx="2736304" cy="36484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879976" y="2636654"/>
            <a:ext cx="5384800" cy="3888432"/>
          </a:xfrm>
        </p:spPr>
        <p:txBody>
          <a:bodyPr/>
          <a:lstStyle/>
          <a:p>
            <a:pPr marL="180000" indent="0">
              <a:spcBef>
                <a:spcPts val="0"/>
              </a:spcBef>
              <a:buNone/>
            </a:pPr>
            <a:endParaRPr lang="en-US" sz="2400" dirty="0">
              <a:solidFill>
                <a:srgbClr val="00B050"/>
              </a:solidFill>
            </a:endParaRPr>
          </a:p>
          <a:p>
            <a:pPr marL="180000" indent="0">
              <a:spcBef>
                <a:spcPts val="0"/>
              </a:spcBef>
              <a:buNone/>
            </a:pPr>
            <a:r>
              <a:rPr lang="uk-UA" sz="2800" dirty="0" err="1">
                <a:solidFill>
                  <a:srgbClr val="000000"/>
                </a:solidFill>
              </a:rPr>
              <a:t>Сталиця</a:t>
            </a:r>
            <a:r>
              <a:rPr lang="uk-UA" sz="2800" dirty="0">
                <a:solidFill>
                  <a:srgbClr val="000000"/>
                </a:solidFill>
              </a:rPr>
              <a:t> України. Населення – близько 3 млн. </a:t>
            </a:r>
            <a:r>
              <a:rPr lang="uk-UA" sz="2800" dirty="0" err="1">
                <a:solidFill>
                  <a:srgbClr val="000000"/>
                </a:solidFill>
              </a:rPr>
              <a:t>Центальна</a:t>
            </a:r>
            <a:r>
              <a:rPr lang="uk-UA" sz="2800" dirty="0">
                <a:solidFill>
                  <a:srgbClr val="000000"/>
                </a:solidFill>
              </a:rPr>
              <a:t> </a:t>
            </a:r>
            <a:r>
              <a:rPr lang="uk-UA" sz="2800" dirty="0" err="1">
                <a:solidFill>
                  <a:srgbClr val="000000"/>
                </a:solidFill>
              </a:rPr>
              <a:t>вулеця</a:t>
            </a:r>
            <a:r>
              <a:rPr lang="uk-UA" sz="2800" dirty="0">
                <a:solidFill>
                  <a:srgbClr val="000000"/>
                </a:solidFill>
              </a:rPr>
              <a:t> – Хрещатик.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uk-UA" sz="2800" dirty="0">
                <a:solidFill>
                  <a:srgbClr val="000000"/>
                </a:solidFill>
              </a:rPr>
              <a:t>Головна площа – Майдан Незалежності.</a:t>
            </a:r>
          </a:p>
          <a:p>
            <a:pPr marL="180000">
              <a:spcBef>
                <a:spcPts val="0"/>
              </a:spcBef>
            </a:pPr>
            <a:endParaRPr lang="uk-UA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uk-UA" dirty="0" err="1"/>
              <a:t>Ки</a:t>
            </a:r>
            <a:r>
              <a:rPr lang="uk-UA" dirty="0" err="1">
                <a:solidFill>
                  <a:srgbClr val="000000"/>
                </a:solidFill>
              </a:rPr>
              <a:t>єв</a:t>
            </a:r>
            <a:r>
              <a:rPr lang="uk-UA" dirty="0"/>
              <a:t> сучасний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756527" y="2951791"/>
            <a:ext cx="5388864" cy="457200"/>
          </a:xfrm>
        </p:spPr>
        <p:txBody>
          <a:bodyPr/>
          <a:lstStyle/>
          <a:p>
            <a:pPr algn="ctr"/>
            <a:r>
              <a:rPr lang="uk-UA" sz="2000" b="0" dirty="0"/>
              <a:t>Києво-Печерська Лавра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pPr algn="ctr"/>
            <a:r>
              <a:rPr lang="uk-UA" sz="2000" b="0" dirty="0"/>
              <a:t>Бабин Яр</a:t>
            </a:r>
          </a:p>
        </p:txBody>
      </p:sp>
      <p:pic>
        <p:nvPicPr>
          <p:cNvPr id="2050" name="Picture 2" descr="http://inspired.com.ua/wp-content/uploads/2011/05/IMG_6088_SM-640x426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1775520" y="2996952"/>
            <a:ext cx="2851819" cy="33560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2" name="Picture 4" descr="&amp;Bcy;&amp;acy;&amp;bcy;&amp;icy;&amp;ncy; &amp;YAcy;&amp;rcy;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 cstate="screen"/>
          <a:stretch>
            <a:fillRect/>
          </a:stretch>
        </p:blipFill>
        <p:spPr bwMode="auto">
          <a:xfrm>
            <a:off x="7536306" y="3029348"/>
            <a:ext cx="2899167" cy="33941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Запрошуємо у Київ!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2002088" y="4437112"/>
            <a:ext cx="8270377" cy="1509712"/>
          </a:xfrm>
        </p:spPr>
        <p:txBody>
          <a:bodyPr anchor="t"/>
          <a:lstStyle/>
          <a:p>
            <a:r>
              <a:rPr lang="uk-UA" dirty="0">
                <a:solidFill>
                  <a:srgbClr val="00B050"/>
                </a:solidFill>
              </a:rPr>
              <a:t>1) намалюйте в </a:t>
            </a:r>
            <a:r>
              <a:rPr lang="en-US" dirty="0">
                <a:solidFill>
                  <a:srgbClr val="00B050"/>
                </a:solidFill>
              </a:rPr>
              <a:t>Paint </a:t>
            </a:r>
            <a:r>
              <a:rPr lang="uk-UA" dirty="0">
                <a:solidFill>
                  <a:srgbClr val="00B050"/>
                </a:solidFill>
              </a:rPr>
              <a:t>і скопіюйте на цей слайд </a:t>
            </a:r>
            <a:r>
              <a:rPr lang="uk-UA" b="1" dirty="0">
                <a:solidFill>
                  <a:srgbClr val="00B050"/>
                </a:solidFill>
              </a:rPr>
              <a:t>прапор</a:t>
            </a:r>
            <a:r>
              <a:rPr lang="uk-UA" dirty="0">
                <a:solidFill>
                  <a:srgbClr val="00B050"/>
                </a:solidFill>
              </a:rPr>
              <a:t> України</a:t>
            </a:r>
          </a:p>
          <a:p>
            <a:r>
              <a:rPr lang="uk-UA" dirty="0">
                <a:solidFill>
                  <a:srgbClr val="00B050"/>
                </a:solidFill>
              </a:rPr>
              <a:t>2) скопіюйте з Інтернету </a:t>
            </a:r>
            <a:r>
              <a:rPr lang="uk-UA" b="1" dirty="0">
                <a:solidFill>
                  <a:srgbClr val="00B050"/>
                </a:solidFill>
              </a:rPr>
              <a:t>герб </a:t>
            </a:r>
            <a:r>
              <a:rPr lang="uk-UA" dirty="0">
                <a:solidFill>
                  <a:srgbClr val="00B050"/>
                </a:solidFill>
              </a:rPr>
              <a:t> України</a:t>
            </a:r>
          </a:p>
          <a:p>
            <a:r>
              <a:rPr lang="uk-UA" dirty="0">
                <a:solidFill>
                  <a:srgbClr val="00B050"/>
                </a:solidFill>
              </a:rPr>
              <a:t>3) цей текст – видаліть!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іська">
  <a:themeElements>
    <a:clrScheme name="Міська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Міська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Міська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</TotalTime>
  <Words>336</Words>
  <Application>Microsoft Office PowerPoint</Application>
  <PresentationFormat>Широкий екран</PresentationFormat>
  <Paragraphs>47</Paragraphs>
  <Slides>7</Slides>
  <Notes>7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3" baseType="lpstr">
      <vt:lpstr>Arial</vt:lpstr>
      <vt:lpstr>Georgia</vt:lpstr>
      <vt:lpstr>Times New Roman</vt:lpstr>
      <vt:lpstr>Trebuchet MS</vt:lpstr>
      <vt:lpstr>Wingdings 2</vt:lpstr>
      <vt:lpstr>Міська</vt:lpstr>
      <vt:lpstr>Віртуальна подорож Києвом</vt:lpstr>
      <vt:lpstr>???</vt:lpstr>
      <vt:lpstr>Історія заснування</vt:lpstr>
      <vt:lpstr>Пам’ятки Києва</vt:lpstr>
      <vt:lpstr>Київ сучасний</vt:lpstr>
      <vt:lpstr>Києв сучасний</vt:lpstr>
      <vt:lpstr>Запрошуємо у Київ!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Teacher</cp:lastModifiedBy>
  <cp:revision>5</cp:revision>
  <dcterms:created xsi:type="dcterms:W3CDTF">2015-04-15T10:49:50Z</dcterms:created>
  <dcterms:modified xsi:type="dcterms:W3CDTF">2025-11-18T17:21:27Z</dcterms:modified>
</cp:coreProperties>
</file>