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3"/>
  </p:notesMasterIdLst>
  <p:sldIdLst>
    <p:sldId id="282" r:id="rId2"/>
    <p:sldId id="283" r:id="rId3"/>
    <p:sldId id="284" r:id="rId4"/>
    <p:sldId id="294" r:id="rId5"/>
    <p:sldId id="285" r:id="rId6"/>
    <p:sldId id="292" r:id="rId7"/>
    <p:sldId id="287" r:id="rId8"/>
    <p:sldId id="288" r:id="rId9"/>
    <p:sldId id="289" r:id="rId10"/>
    <p:sldId id="291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3" autoAdjust="0"/>
    <p:restoredTop sz="86324" autoAdjust="0"/>
  </p:normalViewPr>
  <p:slideViewPr>
    <p:cSldViewPr>
      <p:cViewPr varScale="1">
        <p:scale>
          <a:sx n="72" d="100"/>
          <a:sy n="72" d="100"/>
        </p:scale>
        <p:origin x="79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8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7A704-9F1C-4FD3-85D1-57AF2D7FD0E8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BFB8C-BBFF-4397-A51C-1E92596422A9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             Тільки слово «Телереклама» (без назви того, що саме рекламується).</a:t>
            </a:r>
          </a:p>
          <a:p>
            <a:r>
              <a:rPr lang="uk-UA" b="0" dirty="0"/>
              <a:t>(банк, </a:t>
            </a:r>
            <a:r>
              <a:rPr lang="uk-UA" b="0" dirty="0" err="1"/>
              <a:t>турфірма</a:t>
            </a:r>
            <a:r>
              <a:rPr lang="uk-UA" b="0" dirty="0"/>
              <a:t>,</a:t>
            </a:r>
            <a:r>
              <a:rPr lang="uk-UA" b="0" baseline="0" dirty="0"/>
              <a:t> салон краси, </a:t>
            </a:r>
            <a:r>
              <a:rPr lang="uk-UA" b="0" baseline="0" dirty="0" err="1"/>
              <a:t>фітнесзал</a:t>
            </a:r>
            <a:r>
              <a:rPr lang="uk-UA" b="0" baseline="0" dirty="0"/>
              <a:t>, телевізор, </a:t>
            </a:r>
            <a:r>
              <a:rPr lang="uk-UA" b="0" baseline="0" dirty="0" err="1"/>
              <a:t>смартфон</a:t>
            </a:r>
            <a:r>
              <a:rPr lang="uk-UA" b="0" baseline="0" dirty="0"/>
              <a:t>, автомобіль, робот…)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як важко жити без товару.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як важко жити без товару.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Тільки речення:   «Вам потрібен</a:t>
            </a:r>
            <a:r>
              <a:rPr lang="uk-UA" baseline="0" dirty="0"/>
              <a:t> </a:t>
            </a:r>
            <a:r>
              <a:rPr lang="uk-UA" b="1" baseline="0" dirty="0"/>
              <a:t>Товар</a:t>
            </a:r>
            <a:r>
              <a:rPr lang="uk-UA" b="0" baseline="0" dirty="0"/>
              <a:t>!»   (без зображень!)</a:t>
            </a:r>
            <a:endParaRPr lang="uk-UA" b="0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що інші продавці продають поганий товар, обманюють,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якщо у людей вже є товар, то його треба давно змінити.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що інші продавці продають поганий товар, обманюють,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якщо у людей вже є товар, то його треба давно змінити.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Тільки речення:   «</a:t>
            </a:r>
            <a:r>
              <a:rPr lang="uk-UA" dirty="0"/>
              <a:t>Вам</a:t>
            </a:r>
            <a:r>
              <a:rPr lang="uk-UA" baseline="0" dirty="0"/>
              <a:t> потрібен саме </a:t>
            </a:r>
            <a:r>
              <a:rPr lang="uk-UA" b="1" baseline="0" dirty="0"/>
              <a:t>наш</a:t>
            </a:r>
            <a:r>
              <a:rPr lang="uk-UA" baseline="0" dirty="0"/>
              <a:t> товар </a:t>
            </a:r>
            <a:r>
              <a:rPr lang="uk-UA" b="1" baseline="0" dirty="0"/>
              <a:t>Назва</a:t>
            </a:r>
            <a:r>
              <a:rPr lang="uk-UA" baseline="0" dirty="0"/>
              <a:t>!»  + зображення товару чи послуги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Перелічіть переваги </a:t>
            </a:r>
            <a:r>
              <a:rPr lang="uk-UA" b="1" dirty="0"/>
              <a:t>вашого</a:t>
            </a:r>
            <a:r>
              <a:rPr lang="uk-UA" dirty="0"/>
              <a:t> товару.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«Наш</a:t>
            </a:r>
            <a:r>
              <a:rPr lang="uk-UA" baseline="0" dirty="0"/>
              <a:t> товар давно вже використовують такі знаменитості: »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Де вас знайти</a:t>
            </a:r>
            <a:r>
              <a:rPr lang="en-US" dirty="0"/>
              <a:t> (</a:t>
            </a:r>
            <a:r>
              <a:rPr lang="uk-UA" dirty="0"/>
              <a:t>адреса, карта, телефон, сайт). 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«Поспішайте, ви можете</a:t>
            </a:r>
            <a:r>
              <a:rPr lang="uk-UA" baseline="0" dirty="0"/>
              <a:t> не встигнути! Акції, знижки!»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а) Додайте анімаційні ефекти до слайдів, б) до текстів та зображень, в) налаштуйте час показу.</a:t>
            </a:r>
            <a:endParaRPr lang="uk-UA" b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4144" y="435936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/>
          <a:lstStyle>
            <a:lvl1pPr marL="7315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uk-UA" noProof="1"/>
              <a:t>Зразок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100138"/>
            <a:ext cx="8534400" cy="1509712"/>
          </a:xfrm>
        </p:spPr>
        <p:txBody>
          <a:bodyPr anchor="b"/>
          <a:lstStyle>
            <a:lvl1pPr marL="27432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e 8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0" name="Oval 9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1378633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35100"/>
            <a:ext cx="5080000" cy="698500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0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latinLnBrk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>
              <a:buNone/>
              <a:defRPr sz="3200"/>
            </a:lvl1pPr>
            <a:extLst/>
          </a:lstStyle>
          <a:p>
            <a:pPr marL="0" algn="l"/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uk-UA" noProof="1"/>
              <a:t>Зразок тексту</a:t>
            </a:r>
          </a:p>
          <a:p>
            <a:pPr lvl="1"/>
            <a:r>
              <a:rPr lang="uk-UA" noProof="1"/>
              <a:t>Другий рівень</a:t>
            </a:r>
          </a:p>
          <a:p>
            <a:pPr lvl="2"/>
            <a:r>
              <a:rPr lang="uk-UA" noProof="1"/>
              <a:t>Третій рівень</a:t>
            </a:r>
          </a:p>
          <a:p>
            <a:pPr lvl="3"/>
            <a:r>
              <a:rPr lang="uk-UA" noProof="1"/>
              <a:t>Четвертий рівень</a:t>
            </a:r>
          </a:p>
          <a:p>
            <a:pPr lvl="4"/>
            <a:r>
              <a:rPr lang="uk-UA" noProof="1"/>
              <a:t>П'ятий рівень</a:t>
            </a:r>
            <a:endParaRPr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/>
            <a:fld id="{D80A4771-C6EF-4B99-81F4-D30BE4E017A0}" type="datetimeFigureOut">
              <a:rPr lang="en-US" smtClean="0"/>
              <a:pPr algn="r"/>
              <a:t>7/9/2025</a:t>
            </a:fld>
            <a:endParaRPr lang="en-US" sz="12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990B41CA-569D-40E7-8E58-026C0338B2C8}" type="slidenum">
              <a:rPr lang="en-US" smtClean="0"/>
              <a:pPr algn="ctr"/>
              <a:t>‹№›</a:t>
            </a:fld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ts val="3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ts val="3000"/>
        </a:lnSpc>
        <a:spcBef>
          <a:spcPts val="550"/>
        </a:spcBef>
        <a:buClr>
          <a:schemeClr val="accent1"/>
        </a:buClr>
        <a:buFont typeface="Verdana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ts val="2800"/>
        </a:lnSpc>
        <a:spcBef>
          <a:spcPct val="20000"/>
        </a:spcBef>
        <a:buClr>
          <a:schemeClr val="accent2"/>
        </a:buClr>
        <a:buFont typeface="Wingdings 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492896"/>
            <a:ext cx="8229600" cy="1143000"/>
          </a:xfrm>
        </p:spPr>
        <p:txBody>
          <a:bodyPr/>
          <a:lstStyle/>
          <a:p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492896"/>
            <a:ext cx="8229600" cy="1143000"/>
          </a:xfrm>
        </p:spPr>
        <p:txBody>
          <a:bodyPr/>
          <a:lstStyle/>
          <a:p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Presentatio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TrainingPresentation</Template>
  <TotalTime>0</TotalTime>
  <Words>197</Words>
  <Application>Microsoft Office PowerPoint</Application>
  <PresentationFormat>Широкий екран</PresentationFormat>
  <Paragraphs>26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7" baseType="lpstr">
      <vt:lpstr>Calibri</vt:lpstr>
      <vt:lpstr>Corbel</vt:lpstr>
      <vt:lpstr>Gill Sans MT</vt:lpstr>
      <vt:lpstr>Verdana</vt:lpstr>
      <vt:lpstr>Wingdings 2</vt:lpstr>
      <vt:lpstr>TrainingPresentation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Teacher</cp:lastModifiedBy>
  <cp:revision>2</cp:revision>
  <dcterms:created xsi:type="dcterms:W3CDTF">2018-04-24T04:04:19Z</dcterms:created>
  <dcterms:modified xsi:type="dcterms:W3CDTF">2025-07-09T14:39:15Z</dcterms:modified>
  <cp:version/>
</cp:coreProperties>
</file>