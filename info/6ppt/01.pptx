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1"/>
  </p:notesMasterIdLst>
  <p:sldIdLst>
    <p:sldId id="282" r:id="rId2"/>
    <p:sldId id="281" r:id="rId3"/>
    <p:sldId id="275" r:id="rId4"/>
    <p:sldId id="283" r:id="rId5"/>
    <p:sldId id="276" r:id="rId6"/>
    <p:sldId id="277" r:id="rId7"/>
    <p:sldId id="278" r:id="rId8"/>
    <p:sldId id="272" r:id="rId9"/>
    <p:sldId id="28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3" autoAdjust="0"/>
    <p:restoredTop sz="86324" autoAdjust="0"/>
  </p:normalViewPr>
  <p:slideViewPr>
    <p:cSldViewPr>
      <p:cViewPr varScale="1">
        <p:scale>
          <a:sx n="72" d="100"/>
          <a:sy n="72" d="100"/>
        </p:scale>
        <p:origin x="148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8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7A704-9F1C-4FD3-85D1-57AF2D7FD0E8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BFB8C-BBFF-4397-A51C-1E92596422A9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5608" y="435936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/>
          <a:lstStyle>
            <a:lvl1pPr marL="7315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uk-UA" noProof="1"/>
              <a:t>Зразок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100138"/>
            <a:ext cx="6400800" cy="1509712"/>
          </a:xfrm>
        </p:spPr>
        <p:txBody>
          <a:bodyPr anchor="b"/>
          <a:lstStyle>
            <a:lvl1pPr marL="27432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e 8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33974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810000" cy="698500"/>
          </a:xfr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0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latinLnBrk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/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uk-UA" noProof="1"/>
              <a:t>Зразок тексту</a:t>
            </a:r>
          </a:p>
          <a:p>
            <a:pPr lvl="1"/>
            <a:r>
              <a:rPr lang="uk-UA" noProof="1"/>
              <a:t>Другий рівень</a:t>
            </a:r>
          </a:p>
          <a:p>
            <a:pPr lvl="2"/>
            <a:r>
              <a:rPr lang="uk-UA" noProof="1"/>
              <a:t>Третій рівень</a:t>
            </a:r>
          </a:p>
          <a:p>
            <a:pPr lvl="3"/>
            <a:r>
              <a:rPr lang="uk-UA" noProof="1"/>
              <a:t>Четвертий рівень</a:t>
            </a:r>
          </a:p>
          <a:p>
            <a:pPr lvl="4"/>
            <a:r>
              <a:rPr lang="uk-UA" noProof="1"/>
              <a:t>П'ятий рівень</a:t>
            </a:r>
            <a:endParaRPr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/>
            <a:fld id="{D80A4771-C6EF-4B99-81F4-D30BE4E017A0}" type="datetimeFigureOut">
              <a:rPr lang="en-US" smtClean="0"/>
              <a:pPr algn="r"/>
              <a:t>7/9/2025</a:t>
            </a:fld>
            <a:endParaRPr lang="en-US" sz="12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990B41CA-569D-40E7-8E58-026C0338B2C8}" type="slidenum">
              <a:rPr lang="en-US" smtClean="0"/>
              <a:pPr algn="ctr"/>
              <a:t>‹№›</a:t>
            </a:fld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ts val="3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ts val="3000"/>
        </a:lnSpc>
        <a:spcBef>
          <a:spcPts val="550"/>
        </a:spcBef>
        <a:buClr>
          <a:schemeClr val="accent1"/>
        </a:buClr>
        <a:buFont typeface="Verdana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ts val="2800"/>
        </a:lnSpc>
        <a:spcBef>
          <a:spcPct val="20000"/>
        </a:spcBef>
        <a:buClr>
          <a:schemeClr val="accent2"/>
        </a:buClr>
        <a:buFont typeface="Wingdings 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492896"/>
            <a:ext cx="8229600" cy="1143000"/>
          </a:xfrm>
        </p:spPr>
        <p:txBody>
          <a:bodyPr/>
          <a:lstStyle/>
          <a:p>
            <a:r>
              <a:rPr lang="uk-UA" dirty="0"/>
              <a:t>Телереклама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Втомилися ходити пішки?</a:t>
            </a:r>
          </a:p>
        </p:txBody>
      </p:sp>
      <p:pic>
        <p:nvPicPr>
          <p:cNvPr id="5" name="Місце для вмісту 4" descr="1.jpg"/>
          <p:cNvPicPr>
            <a:picLocks noGrp="1" noChangeAspect="1"/>
          </p:cNvPicPr>
          <p:nvPr>
            <p:ph sz="half" idx="1"/>
          </p:nvPr>
        </p:nvPicPr>
        <p:blipFill>
          <a:blip r:embed="rId3" cstate="screen"/>
          <a:stretch>
            <a:fillRect/>
          </a:stretch>
        </p:blipFill>
        <p:spPr>
          <a:xfrm>
            <a:off x="1435100" y="2484437"/>
            <a:ext cx="3657600" cy="2743200"/>
          </a:xfrm>
        </p:spPr>
      </p:pic>
      <p:sp>
        <p:nvSpPr>
          <p:cNvPr id="18434" name="AutoShape 2" descr="Первые шаги малыша. Как защитить ребенка от травм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7" name="Рисунок 6" descr="kak_nauchit_hodit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2" y="2751142"/>
            <a:ext cx="3714743" cy="2476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 грошей на бензин не маєте?</a:t>
            </a:r>
          </a:p>
        </p:txBody>
      </p:sp>
      <p:pic>
        <p:nvPicPr>
          <p:cNvPr id="6" name="Місце для вмісту 5" descr="4.jpg"/>
          <p:cNvPicPr>
            <a:picLocks noGrp="1" noChangeAspect="1"/>
          </p:cNvPicPr>
          <p:nvPr>
            <p:ph sz="half" idx="2"/>
          </p:nvPr>
        </p:nvPicPr>
        <p:blipFill>
          <a:blip r:embed="rId3" cstate="screen"/>
          <a:stretch>
            <a:fillRect/>
          </a:stretch>
        </p:blipFill>
        <p:spPr>
          <a:xfrm>
            <a:off x="5276850" y="2713037"/>
            <a:ext cx="3657600" cy="2286000"/>
          </a:xfrm>
        </p:spPr>
      </p:pic>
      <p:pic>
        <p:nvPicPr>
          <p:cNvPr id="8" name="Рисунок 7" descr="puedh24wkf3n2_o33ywv.jpe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428728" y="2713037"/>
            <a:ext cx="303274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786058"/>
            <a:ext cx="8229600" cy="1143000"/>
          </a:xfrm>
        </p:spPr>
        <p:txBody>
          <a:bodyPr/>
          <a:lstStyle/>
          <a:p>
            <a:r>
              <a:rPr lang="uk-UA" dirty="0"/>
              <a:t>Вам потрібен велосипед!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 вже маєте?</a:t>
            </a:r>
          </a:p>
        </p:txBody>
      </p:sp>
      <p:pic>
        <p:nvPicPr>
          <p:cNvPr id="4" name="Місце для вмісту 3" descr="8.jpg"/>
          <p:cNvPicPr>
            <a:picLocks noGrp="1" noChangeAspect="1"/>
          </p:cNvPicPr>
          <p:nvPr>
            <p:ph idx="1"/>
          </p:nvPr>
        </p:nvPicPr>
        <p:blipFill>
          <a:blip r:embed="rId3" cstate="screen"/>
          <a:stretch>
            <a:fillRect/>
          </a:stretch>
        </p:blipFill>
        <p:spPr>
          <a:xfrm>
            <a:off x="1979712" y="1556792"/>
            <a:ext cx="5953125" cy="461962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Не думали його змінити?</a:t>
            </a:r>
          </a:p>
        </p:txBody>
      </p:sp>
      <p:pic>
        <p:nvPicPr>
          <p:cNvPr id="6" name="Місце для вмісту 5" descr="6.jpg"/>
          <p:cNvPicPr>
            <a:picLocks noGrp="1" noChangeAspect="1"/>
          </p:cNvPicPr>
          <p:nvPr>
            <p:ph sz="half" idx="2"/>
          </p:nvPr>
        </p:nvPicPr>
        <p:blipFill>
          <a:blip r:embed="rId3" cstate="screen"/>
          <a:stretch>
            <a:fillRect/>
          </a:stretch>
        </p:blipFill>
        <p:spPr>
          <a:xfrm>
            <a:off x="5276850" y="2144055"/>
            <a:ext cx="3657600" cy="3423965"/>
          </a:xfrm>
        </p:spPr>
      </p:pic>
      <p:pic>
        <p:nvPicPr>
          <p:cNvPr id="14338" name="Picture 2" descr="Як вибрати дитячий велосипед | Каталог цін E-Kata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2976" y="2948627"/>
            <a:ext cx="3929090" cy="26193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676456" cy="1143000"/>
          </a:xfrm>
        </p:spPr>
        <p:txBody>
          <a:bodyPr>
            <a:normAutofit fontScale="90000"/>
          </a:bodyPr>
          <a:lstStyle/>
          <a:p>
            <a:r>
              <a:rPr lang="uk-UA" dirty="0"/>
              <a:t>Спробуйте наш велосипед «Торнадо»!</a:t>
            </a:r>
          </a:p>
        </p:txBody>
      </p:sp>
      <p:pic>
        <p:nvPicPr>
          <p:cNvPr id="6" name="Місце для вмісту 5" descr="123.jpg"/>
          <p:cNvPicPr>
            <a:picLocks noGrp="1" noChangeAspect="1"/>
          </p:cNvPicPr>
          <p:nvPr>
            <p:ph idx="1"/>
          </p:nvPr>
        </p:nvPicPr>
        <p:blipFill>
          <a:blip r:embed="rId3" cstate="screen"/>
          <a:stretch>
            <a:fillRect/>
          </a:stretch>
        </p:blipFill>
        <p:spPr>
          <a:xfrm>
            <a:off x="959898" y="1447800"/>
            <a:ext cx="7224204" cy="48006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03648" y="188640"/>
            <a:ext cx="7406640" cy="1472184"/>
          </a:xfrm>
        </p:spPr>
        <p:txBody>
          <a:bodyPr/>
          <a:lstStyle/>
          <a:p>
            <a:pPr algn="ctr"/>
            <a:r>
              <a:rPr lang="uk-UA" dirty="0"/>
              <a:t>Велосипеди «Торнадо»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403648" y="1700808"/>
            <a:ext cx="7406640" cy="570824"/>
          </a:xfrm>
        </p:spPr>
        <p:txBody>
          <a:bodyPr/>
          <a:lstStyle/>
          <a:p>
            <a:pPr algn="ctr"/>
            <a:r>
              <a:rPr lang="uk-UA" dirty="0"/>
              <a:t>неможливо зупинити!!!</a:t>
            </a:r>
          </a:p>
        </p:txBody>
      </p:sp>
      <p:pic>
        <p:nvPicPr>
          <p:cNvPr id="4" name="Рисунок 3" descr="11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907704" y="2420888"/>
            <a:ext cx="6111783" cy="38707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Наші велосипеди – це: 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4294967295"/>
          </p:nvPr>
        </p:nvSpPr>
        <p:spPr>
          <a:xfrm>
            <a:off x="1071538" y="5086084"/>
            <a:ext cx="4022725" cy="6397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uk-UA" sz="2200" b="1" dirty="0"/>
              <a:t>найкругліші колеса!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4294967295"/>
          </p:nvPr>
        </p:nvSpPr>
        <p:spPr>
          <a:xfrm>
            <a:off x="5121275" y="5086084"/>
            <a:ext cx="4022725" cy="6397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uk-UA" sz="2400" b="1" dirty="0"/>
              <a:t>легкість у використанні!</a:t>
            </a:r>
          </a:p>
        </p:txBody>
      </p:sp>
      <p:pic>
        <p:nvPicPr>
          <p:cNvPr id="1026" name="Picture 2" descr="C:\Users\Вчительський\Desktop\99_main-v157726233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2464858"/>
            <a:ext cx="3214710" cy="22500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27" name="Picture 3" descr="C:\Users\Вчительський\Desktop\Без назви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2976" y="3000372"/>
            <a:ext cx="4063158" cy="17145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Presentation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TrainingPresentation</Template>
  <TotalTime>0</TotalTime>
  <Words>59</Words>
  <Application>Microsoft Office PowerPoint</Application>
  <PresentationFormat>Екран (4:3)</PresentationFormat>
  <Paragraphs>21</Paragraphs>
  <Slides>9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5" baseType="lpstr">
      <vt:lpstr>Calibri</vt:lpstr>
      <vt:lpstr>Corbel</vt:lpstr>
      <vt:lpstr>Gill Sans MT</vt:lpstr>
      <vt:lpstr>Verdana</vt:lpstr>
      <vt:lpstr>Wingdings 2</vt:lpstr>
      <vt:lpstr>TrainingPresentation</vt:lpstr>
      <vt:lpstr>Телереклама</vt:lpstr>
      <vt:lpstr>Втомилися ходити пішки?</vt:lpstr>
      <vt:lpstr>А грошей на бензин не маєте?</vt:lpstr>
      <vt:lpstr>Вам потрібен велосипед!</vt:lpstr>
      <vt:lpstr>Ви вже маєте?</vt:lpstr>
      <vt:lpstr>Не думали його змінити?</vt:lpstr>
      <vt:lpstr>Спробуйте наш велосипед «Торнадо»!</vt:lpstr>
      <vt:lpstr>Велосипеди «Торнадо»</vt:lpstr>
      <vt:lpstr>Наші велосипеди – це: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Teacher</cp:lastModifiedBy>
  <cp:revision>2</cp:revision>
  <dcterms:created xsi:type="dcterms:W3CDTF">2019-04-15T18:28:01Z</dcterms:created>
  <dcterms:modified xsi:type="dcterms:W3CDTF">2025-07-09T13:58:01Z</dcterms:modified>
  <cp:version/>
</cp:coreProperties>
</file>