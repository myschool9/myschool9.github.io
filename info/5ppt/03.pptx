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56" r:id="rId2"/>
    <p:sldId id="261" r:id="rId3"/>
    <p:sldId id="257" r:id="rId4"/>
    <p:sldId id="260" r:id="rId5"/>
    <p:sldId id="259" r:id="rId6"/>
    <p:sldId id="258" r:id="rId7"/>
    <p:sldId id="262" r:id="rId8"/>
    <p:sldId id="267" r:id="rId9"/>
    <p:sldId id="266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086" autoAdjust="0"/>
  </p:normalViewPr>
  <p:slideViewPr>
    <p:cSldViewPr>
      <p:cViewPr varScale="1">
        <p:scale>
          <a:sx n="78" d="100"/>
          <a:sy n="78" d="100"/>
        </p:scale>
        <p:origin x="1598" y="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B1DCEE-09AE-41A0-A09D-89B61373BB9F}" type="datetimeFigureOut">
              <a:rPr lang="uk-UA" smtClean="0"/>
              <a:pPr/>
              <a:t>10.07.2025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1E09F0-8FB4-42B4-97A9-0305FCCE53E9}" type="slidenum">
              <a:rPr lang="uk-UA" smtClean="0"/>
              <a:pPr/>
              <a:t>‹№›</a:t>
            </a:fld>
            <a:endParaRPr lang="uk-U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uk-UA" dirty="0"/>
              <a:t>Поверніть зображення і підпишіть</a:t>
            </a:r>
            <a:r>
              <a:rPr lang="uk-UA" baseline="0" dirty="0"/>
              <a:t> назву презентації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E09F0-8FB4-42B4-97A9-0305FCCE53E9}" type="slidenum">
              <a:rPr lang="uk-UA" smtClean="0"/>
              <a:pPr/>
              <a:t>1</a:t>
            </a:fld>
            <a:endParaRPr lang="uk-UA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uk-UA" dirty="0"/>
              <a:t>Вставте,</a:t>
            </a:r>
            <a:r>
              <a:rPr lang="uk-UA" baseline="0" dirty="0"/>
              <a:t> зменште і розташуйте по </a:t>
            </a:r>
            <a:r>
              <a:rPr lang="uk-UA" b="1" baseline="0" dirty="0"/>
              <a:t>середині</a:t>
            </a:r>
            <a:r>
              <a:rPr lang="uk-UA" baseline="0" dirty="0"/>
              <a:t> зображення індиків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E09F0-8FB4-42B4-97A9-0305FCCE53E9}" type="slidenum">
              <a:rPr lang="uk-UA" smtClean="0"/>
              <a:pPr/>
              <a:t>2</a:t>
            </a:fld>
            <a:endParaRPr lang="uk-U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uk-UA" dirty="0"/>
              <a:t>Вставте </a:t>
            </a:r>
            <a:r>
              <a:rPr lang="uk-UA" b="1" dirty="0"/>
              <a:t>два</a:t>
            </a:r>
            <a:r>
              <a:rPr lang="en-US" dirty="0"/>
              <a:t> </a:t>
            </a:r>
            <a:r>
              <a:rPr lang="uk-UA" dirty="0"/>
              <a:t>зображення</a:t>
            </a:r>
            <a:r>
              <a:rPr lang="uk-UA" baseline="0" dirty="0"/>
              <a:t> </a:t>
            </a:r>
            <a:r>
              <a:rPr lang="uk-UA" dirty="0"/>
              <a:t>кроликів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E09F0-8FB4-42B4-97A9-0305FCCE53E9}" type="slidenum">
              <a:rPr lang="uk-UA" smtClean="0"/>
              <a:pPr/>
              <a:t>3</a:t>
            </a:fld>
            <a:endParaRPr lang="uk-UA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baseline="0" dirty="0"/>
              <a:t>Розташуйте зображення по середині і встановіть його розміри приблизно 10 см х 15 см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E09F0-8FB4-42B4-97A9-0305FCCE53E9}" type="slidenum">
              <a:rPr lang="uk-UA" smtClean="0"/>
              <a:pPr/>
              <a:t>4</a:t>
            </a:fld>
            <a:endParaRPr lang="uk-UA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uk-UA" dirty="0"/>
              <a:t>Розташуйте</a:t>
            </a:r>
            <a:r>
              <a:rPr lang="uk-UA" baseline="0" dirty="0"/>
              <a:t> гарно усі зображення і задайте їм </a:t>
            </a:r>
            <a:r>
              <a:rPr lang="uk-UA" b="1" baseline="0" dirty="0"/>
              <a:t>різні</a:t>
            </a:r>
            <a:r>
              <a:rPr lang="uk-UA" baseline="0" dirty="0"/>
              <a:t> межі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E09F0-8FB4-42B4-97A9-0305FCCE53E9}" type="slidenum">
              <a:rPr lang="uk-UA" smtClean="0"/>
              <a:pPr/>
              <a:t>5</a:t>
            </a:fld>
            <a:endParaRPr lang="uk-UA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uk-UA" baseline="0" dirty="0"/>
              <a:t>Розташуйте гарно зображення і </a:t>
            </a:r>
            <a:r>
              <a:rPr lang="uk-UA" b="1" baseline="0" dirty="0"/>
              <a:t>цікаво</a:t>
            </a:r>
            <a:r>
              <a:rPr lang="uk-UA" baseline="0" dirty="0"/>
              <a:t> підпишіть кожну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E09F0-8FB4-42B4-97A9-0305FCCE53E9}" type="slidenum">
              <a:rPr lang="uk-UA" smtClean="0"/>
              <a:pPr/>
              <a:t>6</a:t>
            </a:fld>
            <a:endParaRPr lang="uk-UA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uk-UA" dirty="0"/>
              <a:t>Вставте</a:t>
            </a:r>
            <a:r>
              <a:rPr lang="uk-UA" baseline="0" dirty="0"/>
              <a:t> зображення лугу і р</a:t>
            </a:r>
            <a:r>
              <a:rPr lang="uk-UA" dirty="0"/>
              <a:t>озмістіть на</a:t>
            </a:r>
            <a:r>
              <a:rPr lang="uk-UA" baseline="0" dirty="0"/>
              <a:t> ньому 6-7 </a:t>
            </a:r>
            <a:r>
              <a:rPr lang="uk-UA" dirty="0"/>
              <a:t>овець</a:t>
            </a:r>
            <a:r>
              <a:rPr lang="uk-UA" baseline="0" dirty="0"/>
              <a:t> </a:t>
            </a:r>
            <a:r>
              <a:rPr lang="uk-UA" b="1" baseline="0" dirty="0"/>
              <a:t>різного розміру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E09F0-8FB4-42B4-97A9-0305FCCE53E9}" type="slidenum">
              <a:rPr lang="uk-UA" smtClean="0"/>
              <a:pPr/>
              <a:t>7</a:t>
            </a:fld>
            <a:endParaRPr lang="uk-UA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uk-UA" dirty="0"/>
              <a:t>Перенесіть</a:t>
            </a:r>
            <a:r>
              <a:rPr lang="uk-UA" baseline="0" dirty="0"/>
              <a:t> зображення яйця до слайду з куркою, а цей слайд – </a:t>
            </a:r>
            <a:r>
              <a:rPr lang="uk-UA" b="1" baseline="0" dirty="0"/>
              <a:t>видаліть</a:t>
            </a:r>
            <a:endParaRPr lang="uk-UA" b="1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E09F0-8FB4-42B4-97A9-0305FCCE53E9}" type="slidenum">
              <a:rPr lang="uk-UA" smtClean="0"/>
              <a:pPr/>
              <a:t>8</a:t>
            </a:fld>
            <a:endParaRPr lang="uk-UA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uk-UA" dirty="0"/>
              <a:t>Перенесіть</a:t>
            </a:r>
            <a:r>
              <a:rPr lang="uk-UA" baseline="0" dirty="0"/>
              <a:t> зображення курча до слайду з куркою, а цей слайд – </a:t>
            </a:r>
            <a:r>
              <a:rPr lang="uk-UA" b="1" baseline="0" dirty="0"/>
              <a:t>видаліть</a:t>
            </a:r>
            <a:endParaRPr lang="uk-UA" b="1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E09F0-8FB4-42B4-97A9-0305FCCE53E9}" type="slidenum">
              <a:rPr lang="uk-UA" smtClean="0"/>
              <a:pPr/>
              <a:t>9</a:t>
            </a:fld>
            <a:endParaRPr lang="uk-UA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uk-UA" dirty="0"/>
              <a:t>Залишіть</a:t>
            </a:r>
            <a:r>
              <a:rPr lang="uk-UA" baseline="0" dirty="0"/>
              <a:t> </a:t>
            </a:r>
            <a:r>
              <a:rPr lang="uk-UA" b="1" baseline="0" dirty="0"/>
              <a:t>одну</a:t>
            </a:r>
            <a:r>
              <a:rPr lang="uk-UA" baseline="0" dirty="0"/>
              <a:t> курку і перенесіть сюди яйце та курча з інших слайдів. З’єднайте їх фігурами-</a:t>
            </a:r>
            <a:r>
              <a:rPr lang="uk-UA" b="1" baseline="0" dirty="0"/>
              <a:t>стрілками</a:t>
            </a:r>
            <a:endParaRPr lang="uk-UA" b="1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E09F0-8FB4-42B4-97A9-0305FCCE53E9}" type="slidenum">
              <a:rPr lang="uk-UA" smtClean="0"/>
              <a:pPr/>
              <a:t>10</a:t>
            </a:fld>
            <a:endParaRPr lang="uk-UA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uk-UA" dirty="0"/>
              <a:t>Розділіть кота</a:t>
            </a:r>
            <a:r>
              <a:rPr lang="uk-UA" baseline="0" dirty="0"/>
              <a:t> і собаку і розмістіть їх на </a:t>
            </a:r>
            <a:r>
              <a:rPr lang="uk-UA" b="1" baseline="0" dirty="0"/>
              <a:t>різних</a:t>
            </a:r>
            <a:r>
              <a:rPr lang="uk-UA" baseline="0" dirty="0"/>
              <a:t> слайдах (додайте </a:t>
            </a:r>
            <a:r>
              <a:rPr lang="uk-UA" baseline="0"/>
              <a:t>ще слайд!). </a:t>
            </a:r>
            <a:r>
              <a:rPr lang="uk-UA" baseline="0" dirty="0"/>
              <a:t>Правильно </a:t>
            </a:r>
            <a:r>
              <a:rPr lang="uk-UA" b="1" baseline="0" dirty="0"/>
              <a:t>підпишіть</a:t>
            </a:r>
            <a:r>
              <a:rPr lang="uk-UA" baseline="0" dirty="0"/>
              <a:t> обидва слайди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E09F0-8FB4-42B4-97A9-0305FCCE53E9}" type="slidenum">
              <a:rPr lang="uk-UA" smtClean="0"/>
              <a:pPr/>
              <a:t>11</a:t>
            </a:fld>
            <a:endParaRPr lang="uk-UA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dirty="0"/>
              <a:t>Уведіть текст для кінцевого</a:t>
            </a:r>
            <a:r>
              <a:rPr lang="uk-UA" baseline="0" dirty="0"/>
              <a:t> слайда: Прізвище, Ім’я, Клас, Дякую за увагу! </a:t>
            </a:r>
            <a:r>
              <a:rPr lang="en-US" baseline="0" dirty="0"/>
              <a:t>+ </a:t>
            </a:r>
            <a:r>
              <a:rPr lang="uk-UA" b="1" baseline="0" dirty="0"/>
              <a:t>Змініть тло</a:t>
            </a:r>
            <a:endParaRPr lang="uk-UA" b="1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E09F0-8FB4-42B4-97A9-0305FCCE53E9}" type="slidenum">
              <a:rPr lang="uk-UA" smtClean="0"/>
              <a:pPr/>
              <a:t>12</a:t>
            </a:fld>
            <a:endParaRPr lang="uk-U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6152" y="1069848"/>
            <a:ext cx="7470648" cy="1470025"/>
          </a:xfrm>
        </p:spPr>
        <p:txBody>
          <a:bodyPr>
            <a:noAutofit/>
          </a:bodyPr>
          <a:lstStyle>
            <a:lvl1pPr algn="r">
              <a:defRPr sz="48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2743200" y="384048"/>
            <a:ext cx="5943600" cy="612648"/>
          </a:xfrm>
        </p:spPr>
        <p:txBody>
          <a:bodyPr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‹№›</a:t>
            </a:fld>
            <a:endParaRPr kumimoji="0" lang="en-US"/>
          </a:p>
        </p:txBody>
      </p:sp>
      <p:grpSp>
        <p:nvGrpSpPr>
          <p:cNvPr id="7" name="Group 21"/>
          <p:cNvGrpSpPr/>
          <p:nvPr/>
        </p:nvGrpSpPr>
        <p:grpSpPr bwMode="grayWhite">
          <a:xfrm rot="19693411">
            <a:off x="3335008" y="1909248"/>
            <a:ext cx="6021229" cy="4829684"/>
            <a:chOff x="1761807" y="615248"/>
            <a:chExt cx="6021229" cy="4829684"/>
          </a:xfrm>
        </p:grpSpPr>
        <p:grpSp>
          <p:nvGrpSpPr>
            <p:cNvPr id="8" name="Group 42"/>
            <p:cNvGrpSpPr/>
            <p:nvPr userDrawn="1"/>
          </p:nvGrpSpPr>
          <p:grpSpPr bwMode="grayWhite">
            <a:xfrm>
              <a:off x="1761807" y="1695712"/>
              <a:ext cx="6021229" cy="3068566"/>
              <a:chOff x="1522575" y="779540"/>
              <a:chExt cx="6021229" cy="3068566"/>
            </a:xfrm>
          </p:grpSpPr>
          <p:sp>
            <p:nvSpPr>
              <p:cNvPr id="22" name="Freeform 21"/>
              <p:cNvSpPr/>
              <p:nvPr userDrawn="1"/>
            </p:nvSpPr>
            <p:spPr bwMode="grayWhite">
              <a:xfrm>
                <a:off x="1531435" y="783084"/>
                <a:ext cx="6012369" cy="3065022"/>
              </a:xfrm>
              <a:custGeom>
                <a:avLst/>
                <a:gdLst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3" fmla="*/ 3009900 w 6019800"/>
                  <a:gd name="connsiteY3" fmla="*/ 3009900 h 6019800"/>
                  <a:gd name="connsiteX4" fmla="*/ 7435 w 6019800"/>
                  <a:gd name="connsiteY4" fmla="*/ 2798476 h 6019800"/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  <a:gd name="connsiteX3" fmla="*/ 0 w 6012369"/>
                  <a:gd name="connsiteY3" fmla="*/ 2853591 h 3065022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12369" h="3065022" stroke="0" extrusionOk="0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  <a:lnTo>
                      <a:pt x="0" y="2853591"/>
                    </a:lnTo>
                    <a:close/>
                  </a:path>
                  <a:path w="6012369" h="3065022" fill="none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9100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Freeform 22"/>
              <p:cNvSpPr/>
              <p:nvPr userDrawn="1"/>
            </p:nvSpPr>
            <p:spPr bwMode="grayWhite">
              <a:xfrm>
                <a:off x="1522575" y="779540"/>
                <a:ext cx="6012369" cy="3065022"/>
              </a:xfrm>
              <a:custGeom>
                <a:avLst/>
                <a:gdLst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3" fmla="*/ 3009900 w 6019800"/>
                  <a:gd name="connsiteY3" fmla="*/ 3009900 h 6019800"/>
                  <a:gd name="connsiteX4" fmla="*/ 7435 w 6019800"/>
                  <a:gd name="connsiteY4" fmla="*/ 2798476 h 6019800"/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  <a:gd name="connsiteX3" fmla="*/ 0 w 6012369"/>
                  <a:gd name="connsiteY3" fmla="*/ 2853591 h 3065022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12369" h="3065022" stroke="0" extrusionOk="0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  <a:lnTo>
                      <a:pt x="0" y="2853591"/>
                    </a:lnTo>
                    <a:close/>
                  </a:path>
                  <a:path w="6012369" h="3065022" fill="none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</a:path>
                </a:pathLst>
              </a:custGeom>
              <a:ln w="25400">
                <a:gradFill flip="none" rotWithShape="1">
                  <a:gsLst>
                    <a:gs pos="84000">
                      <a:srgbClr val="F8F8F8">
                        <a:alpha val="0"/>
                      </a:srgbClr>
                    </a:gs>
                    <a:gs pos="41000">
                      <a:srgbClr val="F8F8F8">
                        <a:alpha val="44000"/>
                      </a:srgbClr>
                    </a:gs>
                    <a:gs pos="88000">
                      <a:srgbClr val="F8F8F8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9" name="Straight Connector 8"/>
            <p:cNvCxnSpPr/>
            <p:nvPr userDrawn="1"/>
          </p:nvCxnSpPr>
          <p:spPr bwMode="grayWhite">
            <a:xfrm rot="18120000" flipH="1">
              <a:off x="2718288" y="2106345"/>
              <a:ext cx="3999708" cy="2492654"/>
            </a:xfrm>
            <a:prstGeom prst="line">
              <a:avLst/>
            </a:prstGeom>
            <a:ln w="50800">
              <a:gradFill flip="none" rotWithShape="1">
                <a:gsLst>
                  <a:gs pos="10000">
                    <a:srgbClr val="FFFFFF">
                      <a:alpha val="0"/>
                    </a:srgbClr>
                  </a:gs>
                  <a:gs pos="50000">
                    <a:srgbClr val="F8F8F8">
                      <a:alpha val="60000"/>
                    </a:srgbClr>
                  </a:gs>
                  <a:gs pos="90000">
                    <a:srgbClr val="DDDDDD">
                      <a:alpha val="0"/>
                    </a:srgbClr>
                  </a:gs>
                </a:gsLst>
                <a:lin ang="2700000" scaled="1"/>
                <a:tileRect/>
              </a:gradFill>
              <a:miter lim="800000"/>
            </a:ln>
            <a:effectLst>
              <a:glow rad="63500">
                <a:srgbClr val="FFFFFF">
                  <a:alpha val="3922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38"/>
            <p:cNvGrpSpPr/>
            <p:nvPr userDrawn="1"/>
          </p:nvGrpSpPr>
          <p:grpSpPr bwMode="grayWhite">
            <a:xfrm>
              <a:off x="3730877" y="1536192"/>
              <a:ext cx="2721357" cy="3879656"/>
              <a:chOff x="3730877" y="1536192"/>
              <a:chExt cx="2721357" cy="3879656"/>
            </a:xfrm>
          </p:grpSpPr>
          <p:sp>
            <p:nvSpPr>
              <p:cNvPr id="20" name="Freeform 19"/>
              <p:cNvSpPr/>
              <p:nvPr userDrawn="1"/>
            </p:nvSpPr>
            <p:spPr bwMode="grayWhite">
              <a:xfrm>
                <a:off x="4388453" y="1629422"/>
                <a:ext cx="2059093" cy="3405426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7"/>
                  <a:gd name="connsiteY0" fmla="*/ 0 h 3196607"/>
                  <a:gd name="connsiteX1" fmla="*/ 2246083 w 2374787"/>
                  <a:gd name="connsiteY1" fmla="*/ 3196607 h 3196607"/>
                  <a:gd name="connsiteX2" fmla="*/ 0 w 2374787"/>
                  <a:gd name="connsiteY2" fmla="*/ 0 h 3196607"/>
                  <a:gd name="connsiteX0" fmla="*/ 0 w 2374787"/>
                  <a:gd name="connsiteY0" fmla="*/ 0 h 3196607"/>
                  <a:gd name="connsiteX1" fmla="*/ 2246083 w 2374787"/>
                  <a:gd name="connsiteY1" fmla="*/ 3196607 h 3196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7" h="3196607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7" h="3196607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52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Freeform 20"/>
              <p:cNvSpPr/>
              <p:nvPr userDrawn="1"/>
            </p:nvSpPr>
            <p:spPr bwMode="grayWhite">
              <a:xfrm>
                <a:off x="3730877" y="1536192"/>
                <a:ext cx="2721357" cy="3879656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1 w 3138588"/>
                  <a:gd name="connsiteY0" fmla="*/ 0 h 3682514"/>
                  <a:gd name="connsiteX1" fmla="*/ 2354144 w 3138588"/>
                  <a:gd name="connsiteY1" fmla="*/ 1134402 h 3682514"/>
                  <a:gd name="connsiteX2" fmla="*/ 2933782 w 3138588"/>
                  <a:gd name="connsiteY2" fmla="*/ 3682514 h 3682514"/>
                  <a:gd name="connsiteX3" fmla="*/ 1 w 3138588"/>
                  <a:gd name="connsiteY3" fmla="*/ 0 h 3682514"/>
                  <a:gd name="connsiteX0" fmla="*/ 1 w 3138588"/>
                  <a:gd name="connsiteY0" fmla="*/ 0 h 3682514"/>
                  <a:gd name="connsiteX1" fmla="*/ 2354144 w 3138588"/>
                  <a:gd name="connsiteY1" fmla="*/ 1134402 h 3682514"/>
                  <a:gd name="connsiteX2" fmla="*/ 2933782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1" y="0"/>
                    </a:moveTo>
                    <a:cubicBezTo>
                      <a:pt x="916499" y="1"/>
                      <a:pt x="1783065" y="417577"/>
                      <a:pt x="2354144" y="1134402"/>
                    </a:cubicBezTo>
                    <a:cubicBezTo>
                      <a:pt x="2925223" y="1851227"/>
                      <a:pt x="3138589" y="2789193"/>
                      <a:pt x="2933782" y="3682514"/>
                    </a:cubicBezTo>
                    <a:lnTo>
                      <a:pt x="1" y="0"/>
                    </a:lnTo>
                    <a:close/>
                  </a:path>
                  <a:path w="3138588" h="3682514" fill="none">
                    <a:moveTo>
                      <a:pt x="1" y="0"/>
                    </a:moveTo>
                    <a:cubicBezTo>
                      <a:pt x="916499" y="1"/>
                      <a:pt x="1783065" y="417577"/>
                      <a:pt x="2354144" y="1134402"/>
                    </a:cubicBezTo>
                    <a:cubicBezTo>
                      <a:pt x="2925223" y="1851227"/>
                      <a:pt x="3138589" y="2789193"/>
                      <a:pt x="2933782" y="3682514"/>
                    </a:cubicBezTo>
                  </a:path>
                </a:pathLst>
              </a:custGeom>
              <a:ln w="2540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55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39"/>
            <p:cNvGrpSpPr/>
            <p:nvPr userDrawn="1"/>
          </p:nvGrpSpPr>
          <p:grpSpPr bwMode="grayWhite">
            <a:xfrm>
              <a:off x="2756586" y="1619763"/>
              <a:ext cx="2892850" cy="3379627"/>
              <a:chOff x="2756587" y="1619763"/>
              <a:chExt cx="2892850" cy="3379627"/>
            </a:xfrm>
          </p:grpSpPr>
          <p:sp>
            <p:nvSpPr>
              <p:cNvPr id="18" name="Freeform 17"/>
              <p:cNvSpPr/>
              <p:nvPr userDrawn="1"/>
            </p:nvSpPr>
            <p:spPr bwMode="grayWhite">
              <a:xfrm flipH="1">
                <a:off x="2774785" y="1709909"/>
                <a:ext cx="2188853" cy="2933686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9"/>
                  <a:gd name="connsiteY0" fmla="*/ 0 h 3196608"/>
                  <a:gd name="connsiteX1" fmla="*/ 2246083 w 2374789"/>
                  <a:gd name="connsiteY1" fmla="*/ 3196607 h 3196608"/>
                  <a:gd name="connsiteX2" fmla="*/ 0 w 2374789"/>
                  <a:gd name="connsiteY2" fmla="*/ 0 h 3196608"/>
                  <a:gd name="connsiteX0" fmla="*/ 0 w 2374789"/>
                  <a:gd name="connsiteY0" fmla="*/ 0 h 3196608"/>
                  <a:gd name="connsiteX1" fmla="*/ 2246083 w 2374789"/>
                  <a:gd name="connsiteY1" fmla="*/ 3196607 h 319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9" h="3196608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9" h="3196608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Freeform 18"/>
              <p:cNvSpPr/>
              <p:nvPr userDrawn="1"/>
            </p:nvSpPr>
            <p:spPr bwMode="grayWhite">
              <a:xfrm flipH="1">
                <a:off x="2756587" y="1619763"/>
                <a:ext cx="2892850" cy="3379627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28575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3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37"/>
            <p:cNvGrpSpPr/>
            <p:nvPr userDrawn="1"/>
          </p:nvGrpSpPr>
          <p:grpSpPr bwMode="grayWhite">
            <a:xfrm>
              <a:off x="3126248" y="615248"/>
              <a:ext cx="3325881" cy="2834631"/>
              <a:chOff x="3126249" y="615248"/>
              <a:chExt cx="3325881" cy="2834631"/>
            </a:xfrm>
          </p:grpSpPr>
          <p:sp>
            <p:nvSpPr>
              <p:cNvPr id="16" name="Freeform 15"/>
              <p:cNvSpPr/>
              <p:nvPr userDrawn="1"/>
            </p:nvSpPr>
            <p:spPr bwMode="grayWhite">
              <a:xfrm rot="13693869" flipH="1">
                <a:off x="3845802" y="929727"/>
                <a:ext cx="2144802" cy="2887031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8"/>
                  <a:gd name="connsiteY0" fmla="*/ 0 h 3196606"/>
                  <a:gd name="connsiteX1" fmla="*/ 2246083 w 2374788"/>
                  <a:gd name="connsiteY1" fmla="*/ 3196607 h 3196606"/>
                  <a:gd name="connsiteX2" fmla="*/ 0 w 2374788"/>
                  <a:gd name="connsiteY2" fmla="*/ 0 h 3196606"/>
                  <a:gd name="connsiteX0" fmla="*/ 0 w 2374788"/>
                  <a:gd name="connsiteY0" fmla="*/ 0 h 3196606"/>
                  <a:gd name="connsiteX1" fmla="*/ 2246083 w 2374788"/>
                  <a:gd name="connsiteY1" fmla="*/ 3196607 h 3196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8" h="3196606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8" h="3196606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65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Freeform 16"/>
              <p:cNvSpPr/>
              <p:nvPr userDrawn="1"/>
            </p:nvSpPr>
            <p:spPr bwMode="grayWhite">
              <a:xfrm rot="13693869" flipH="1">
                <a:off x="3371874" y="369623"/>
                <a:ext cx="2834631" cy="3325881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2540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6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36"/>
            <p:cNvGrpSpPr/>
            <p:nvPr userDrawn="1"/>
          </p:nvGrpSpPr>
          <p:grpSpPr bwMode="grayWhite">
            <a:xfrm>
              <a:off x="2490231" y="1369960"/>
              <a:ext cx="4781177" cy="4074972"/>
              <a:chOff x="2490231" y="1369960"/>
              <a:chExt cx="4781177" cy="4074972"/>
            </a:xfrm>
          </p:grpSpPr>
          <p:sp>
            <p:nvSpPr>
              <p:cNvPr id="14" name="Freeform 13"/>
              <p:cNvSpPr/>
              <p:nvPr userDrawn="1"/>
            </p:nvSpPr>
            <p:spPr bwMode="grayWhite">
              <a:xfrm rot="13693869" flipH="1">
                <a:off x="3524638" y="1822044"/>
                <a:ext cx="3083296" cy="4150302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8"/>
                  <a:gd name="connsiteY0" fmla="*/ 0 h 3196607"/>
                  <a:gd name="connsiteX1" fmla="*/ 2246083 w 2374788"/>
                  <a:gd name="connsiteY1" fmla="*/ 3196607 h 3196607"/>
                  <a:gd name="connsiteX2" fmla="*/ 0 w 2374788"/>
                  <a:gd name="connsiteY2" fmla="*/ 0 h 3196607"/>
                  <a:gd name="connsiteX0" fmla="*/ 0 w 2374788"/>
                  <a:gd name="connsiteY0" fmla="*/ 0 h 3196607"/>
                  <a:gd name="connsiteX1" fmla="*/ 2246083 w 2374788"/>
                  <a:gd name="connsiteY1" fmla="*/ 3196607 h 3196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8" h="3196607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8" h="3196607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Freeform 14"/>
              <p:cNvSpPr/>
              <p:nvPr userDrawn="1"/>
            </p:nvSpPr>
            <p:spPr bwMode="grayWhite">
              <a:xfrm rot="13693869" flipH="1">
                <a:off x="2843334" y="1016857"/>
                <a:ext cx="4074972" cy="4781177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3175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35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24" name="Picture 230" descr="star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gray">
          <a:xfrm>
            <a:off x="4648200" y="4419600"/>
            <a:ext cx="895350" cy="9144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8720"/>
            <a:ext cx="8229600" cy="49834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‹№›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286000"/>
            <a:ext cx="7772400" cy="1362075"/>
          </a:xfrm>
        </p:spPr>
        <p:txBody>
          <a:bodyPr anchor="t">
            <a:noAutofit/>
          </a:bodyPr>
          <a:lstStyle>
            <a:lvl1pPr algn="ctr">
              <a:defRPr sz="4800" b="1" cap="all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1353312"/>
            <a:ext cx="7772400" cy="905256"/>
          </a:xfrm>
        </p:spPr>
        <p:txBody>
          <a:bodyPr anchor="b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‹№›</a:t>
            </a:fld>
            <a:endParaRPr kumimoji="0" lang="en-US"/>
          </a:p>
        </p:txBody>
      </p:sp>
      <p:grpSp>
        <p:nvGrpSpPr>
          <p:cNvPr id="7" name="Group 21"/>
          <p:cNvGrpSpPr/>
          <p:nvPr/>
        </p:nvGrpSpPr>
        <p:grpSpPr bwMode="grayWhite">
          <a:xfrm rot="19693411">
            <a:off x="3335008" y="1909248"/>
            <a:ext cx="6021229" cy="4829684"/>
            <a:chOff x="1761807" y="615248"/>
            <a:chExt cx="6021229" cy="4829684"/>
          </a:xfrm>
        </p:grpSpPr>
        <p:grpSp>
          <p:nvGrpSpPr>
            <p:cNvPr id="8" name="Group 42"/>
            <p:cNvGrpSpPr/>
            <p:nvPr userDrawn="1"/>
          </p:nvGrpSpPr>
          <p:grpSpPr bwMode="grayWhite">
            <a:xfrm>
              <a:off x="1761807" y="1695712"/>
              <a:ext cx="6021229" cy="3068566"/>
              <a:chOff x="1522575" y="779540"/>
              <a:chExt cx="6021229" cy="3068566"/>
            </a:xfrm>
          </p:grpSpPr>
          <p:sp>
            <p:nvSpPr>
              <p:cNvPr id="22" name="Freeform 21"/>
              <p:cNvSpPr/>
              <p:nvPr userDrawn="1"/>
            </p:nvSpPr>
            <p:spPr bwMode="grayWhite">
              <a:xfrm>
                <a:off x="1531435" y="783084"/>
                <a:ext cx="6012369" cy="3065022"/>
              </a:xfrm>
              <a:custGeom>
                <a:avLst/>
                <a:gdLst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3" fmla="*/ 3009900 w 6019800"/>
                  <a:gd name="connsiteY3" fmla="*/ 3009900 h 6019800"/>
                  <a:gd name="connsiteX4" fmla="*/ 7435 w 6019800"/>
                  <a:gd name="connsiteY4" fmla="*/ 2798476 h 6019800"/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  <a:gd name="connsiteX3" fmla="*/ 0 w 6012369"/>
                  <a:gd name="connsiteY3" fmla="*/ 2853591 h 3065022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12369" h="3065022" stroke="0" extrusionOk="0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  <a:lnTo>
                      <a:pt x="0" y="2853591"/>
                    </a:lnTo>
                    <a:close/>
                  </a:path>
                  <a:path w="6012369" h="3065022" fill="none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9100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Freeform 22"/>
              <p:cNvSpPr/>
              <p:nvPr userDrawn="1"/>
            </p:nvSpPr>
            <p:spPr bwMode="grayWhite">
              <a:xfrm>
                <a:off x="1522575" y="779540"/>
                <a:ext cx="6012369" cy="3065022"/>
              </a:xfrm>
              <a:custGeom>
                <a:avLst/>
                <a:gdLst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3" fmla="*/ 3009900 w 6019800"/>
                  <a:gd name="connsiteY3" fmla="*/ 3009900 h 6019800"/>
                  <a:gd name="connsiteX4" fmla="*/ 7435 w 6019800"/>
                  <a:gd name="connsiteY4" fmla="*/ 2798476 h 6019800"/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  <a:gd name="connsiteX3" fmla="*/ 0 w 6012369"/>
                  <a:gd name="connsiteY3" fmla="*/ 2853591 h 3065022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12369" h="3065022" stroke="0" extrusionOk="0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  <a:lnTo>
                      <a:pt x="0" y="2853591"/>
                    </a:lnTo>
                    <a:close/>
                  </a:path>
                  <a:path w="6012369" h="3065022" fill="none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</a:path>
                </a:pathLst>
              </a:custGeom>
              <a:ln w="25400">
                <a:gradFill flip="none" rotWithShape="1">
                  <a:gsLst>
                    <a:gs pos="84000">
                      <a:srgbClr val="F8F8F8">
                        <a:alpha val="0"/>
                      </a:srgbClr>
                    </a:gs>
                    <a:gs pos="41000">
                      <a:srgbClr val="F8F8F8">
                        <a:alpha val="44000"/>
                      </a:srgbClr>
                    </a:gs>
                    <a:gs pos="88000">
                      <a:srgbClr val="F8F8F8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9" name="Straight Connector 8"/>
            <p:cNvCxnSpPr/>
            <p:nvPr userDrawn="1"/>
          </p:nvCxnSpPr>
          <p:spPr bwMode="grayWhite">
            <a:xfrm rot="18120000" flipH="1">
              <a:off x="2718288" y="2106345"/>
              <a:ext cx="3999708" cy="2492654"/>
            </a:xfrm>
            <a:prstGeom prst="line">
              <a:avLst/>
            </a:prstGeom>
            <a:ln w="50800">
              <a:gradFill flip="none" rotWithShape="1">
                <a:gsLst>
                  <a:gs pos="10000">
                    <a:srgbClr val="FFFFFF">
                      <a:alpha val="0"/>
                    </a:srgbClr>
                  </a:gs>
                  <a:gs pos="50000">
                    <a:srgbClr val="F8F8F8">
                      <a:alpha val="60000"/>
                    </a:srgbClr>
                  </a:gs>
                  <a:gs pos="90000">
                    <a:srgbClr val="DDDDDD">
                      <a:alpha val="0"/>
                    </a:srgbClr>
                  </a:gs>
                </a:gsLst>
                <a:lin ang="2700000" scaled="1"/>
                <a:tileRect/>
              </a:gradFill>
              <a:miter lim="800000"/>
            </a:ln>
            <a:effectLst>
              <a:glow rad="63500">
                <a:srgbClr val="FFFFFF">
                  <a:alpha val="3922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38"/>
            <p:cNvGrpSpPr/>
            <p:nvPr userDrawn="1"/>
          </p:nvGrpSpPr>
          <p:grpSpPr bwMode="grayWhite">
            <a:xfrm>
              <a:off x="3730877" y="1536192"/>
              <a:ext cx="2721357" cy="3879656"/>
              <a:chOff x="3730877" y="1536192"/>
              <a:chExt cx="2721357" cy="3879656"/>
            </a:xfrm>
          </p:grpSpPr>
          <p:sp>
            <p:nvSpPr>
              <p:cNvPr id="20" name="Freeform 19"/>
              <p:cNvSpPr/>
              <p:nvPr userDrawn="1"/>
            </p:nvSpPr>
            <p:spPr bwMode="grayWhite">
              <a:xfrm>
                <a:off x="4388453" y="1629422"/>
                <a:ext cx="2059093" cy="3405426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7"/>
                  <a:gd name="connsiteY0" fmla="*/ 0 h 3196607"/>
                  <a:gd name="connsiteX1" fmla="*/ 2246083 w 2374787"/>
                  <a:gd name="connsiteY1" fmla="*/ 3196607 h 3196607"/>
                  <a:gd name="connsiteX2" fmla="*/ 0 w 2374787"/>
                  <a:gd name="connsiteY2" fmla="*/ 0 h 3196607"/>
                  <a:gd name="connsiteX0" fmla="*/ 0 w 2374787"/>
                  <a:gd name="connsiteY0" fmla="*/ 0 h 3196607"/>
                  <a:gd name="connsiteX1" fmla="*/ 2246083 w 2374787"/>
                  <a:gd name="connsiteY1" fmla="*/ 3196607 h 3196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7" h="3196607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7" h="3196607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52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Freeform 20"/>
              <p:cNvSpPr/>
              <p:nvPr userDrawn="1"/>
            </p:nvSpPr>
            <p:spPr bwMode="grayWhite">
              <a:xfrm>
                <a:off x="3730877" y="1536192"/>
                <a:ext cx="2721357" cy="3879656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1 w 3138588"/>
                  <a:gd name="connsiteY0" fmla="*/ 0 h 3682514"/>
                  <a:gd name="connsiteX1" fmla="*/ 2354144 w 3138588"/>
                  <a:gd name="connsiteY1" fmla="*/ 1134402 h 3682514"/>
                  <a:gd name="connsiteX2" fmla="*/ 2933782 w 3138588"/>
                  <a:gd name="connsiteY2" fmla="*/ 3682514 h 3682514"/>
                  <a:gd name="connsiteX3" fmla="*/ 1 w 3138588"/>
                  <a:gd name="connsiteY3" fmla="*/ 0 h 3682514"/>
                  <a:gd name="connsiteX0" fmla="*/ 1 w 3138588"/>
                  <a:gd name="connsiteY0" fmla="*/ 0 h 3682514"/>
                  <a:gd name="connsiteX1" fmla="*/ 2354144 w 3138588"/>
                  <a:gd name="connsiteY1" fmla="*/ 1134402 h 3682514"/>
                  <a:gd name="connsiteX2" fmla="*/ 2933782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1" y="0"/>
                    </a:moveTo>
                    <a:cubicBezTo>
                      <a:pt x="916499" y="1"/>
                      <a:pt x="1783065" y="417577"/>
                      <a:pt x="2354144" y="1134402"/>
                    </a:cubicBezTo>
                    <a:cubicBezTo>
                      <a:pt x="2925223" y="1851227"/>
                      <a:pt x="3138589" y="2789193"/>
                      <a:pt x="2933782" y="3682514"/>
                    </a:cubicBezTo>
                    <a:lnTo>
                      <a:pt x="1" y="0"/>
                    </a:lnTo>
                    <a:close/>
                  </a:path>
                  <a:path w="3138588" h="3682514" fill="none">
                    <a:moveTo>
                      <a:pt x="1" y="0"/>
                    </a:moveTo>
                    <a:cubicBezTo>
                      <a:pt x="916499" y="1"/>
                      <a:pt x="1783065" y="417577"/>
                      <a:pt x="2354144" y="1134402"/>
                    </a:cubicBezTo>
                    <a:cubicBezTo>
                      <a:pt x="2925223" y="1851227"/>
                      <a:pt x="3138589" y="2789193"/>
                      <a:pt x="2933782" y="3682514"/>
                    </a:cubicBezTo>
                  </a:path>
                </a:pathLst>
              </a:custGeom>
              <a:ln w="2540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55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39"/>
            <p:cNvGrpSpPr/>
            <p:nvPr userDrawn="1"/>
          </p:nvGrpSpPr>
          <p:grpSpPr bwMode="grayWhite">
            <a:xfrm>
              <a:off x="2756586" y="1619763"/>
              <a:ext cx="2892850" cy="3379627"/>
              <a:chOff x="2756587" y="1619763"/>
              <a:chExt cx="2892850" cy="3379627"/>
            </a:xfrm>
          </p:grpSpPr>
          <p:sp>
            <p:nvSpPr>
              <p:cNvPr id="18" name="Freeform 17"/>
              <p:cNvSpPr/>
              <p:nvPr userDrawn="1"/>
            </p:nvSpPr>
            <p:spPr bwMode="grayWhite">
              <a:xfrm flipH="1">
                <a:off x="2774785" y="1709909"/>
                <a:ext cx="2188853" cy="2933686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9"/>
                  <a:gd name="connsiteY0" fmla="*/ 0 h 3196608"/>
                  <a:gd name="connsiteX1" fmla="*/ 2246083 w 2374789"/>
                  <a:gd name="connsiteY1" fmla="*/ 3196607 h 3196608"/>
                  <a:gd name="connsiteX2" fmla="*/ 0 w 2374789"/>
                  <a:gd name="connsiteY2" fmla="*/ 0 h 3196608"/>
                  <a:gd name="connsiteX0" fmla="*/ 0 w 2374789"/>
                  <a:gd name="connsiteY0" fmla="*/ 0 h 3196608"/>
                  <a:gd name="connsiteX1" fmla="*/ 2246083 w 2374789"/>
                  <a:gd name="connsiteY1" fmla="*/ 3196607 h 319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9" h="3196608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9" h="3196608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Freeform 18"/>
              <p:cNvSpPr/>
              <p:nvPr userDrawn="1"/>
            </p:nvSpPr>
            <p:spPr bwMode="grayWhite">
              <a:xfrm flipH="1">
                <a:off x="2756587" y="1619763"/>
                <a:ext cx="2892850" cy="3379627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28575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3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37"/>
            <p:cNvGrpSpPr/>
            <p:nvPr userDrawn="1"/>
          </p:nvGrpSpPr>
          <p:grpSpPr bwMode="grayWhite">
            <a:xfrm>
              <a:off x="3126248" y="615248"/>
              <a:ext cx="3325881" cy="2834631"/>
              <a:chOff x="3126249" y="615248"/>
              <a:chExt cx="3325881" cy="2834631"/>
            </a:xfrm>
          </p:grpSpPr>
          <p:sp>
            <p:nvSpPr>
              <p:cNvPr id="16" name="Freeform 15"/>
              <p:cNvSpPr/>
              <p:nvPr userDrawn="1"/>
            </p:nvSpPr>
            <p:spPr bwMode="grayWhite">
              <a:xfrm rot="13693869" flipH="1">
                <a:off x="3845802" y="929727"/>
                <a:ext cx="2144802" cy="2887031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8"/>
                  <a:gd name="connsiteY0" fmla="*/ 0 h 3196606"/>
                  <a:gd name="connsiteX1" fmla="*/ 2246083 w 2374788"/>
                  <a:gd name="connsiteY1" fmla="*/ 3196607 h 3196606"/>
                  <a:gd name="connsiteX2" fmla="*/ 0 w 2374788"/>
                  <a:gd name="connsiteY2" fmla="*/ 0 h 3196606"/>
                  <a:gd name="connsiteX0" fmla="*/ 0 w 2374788"/>
                  <a:gd name="connsiteY0" fmla="*/ 0 h 3196606"/>
                  <a:gd name="connsiteX1" fmla="*/ 2246083 w 2374788"/>
                  <a:gd name="connsiteY1" fmla="*/ 3196607 h 3196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8" h="3196606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8" h="3196606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65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Freeform 16"/>
              <p:cNvSpPr/>
              <p:nvPr userDrawn="1"/>
            </p:nvSpPr>
            <p:spPr bwMode="grayWhite">
              <a:xfrm rot="13693869" flipH="1">
                <a:off x="3371874" y="369623"/>
                <a:ext cx="2834631" cy="3325881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2540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6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36"/>
            <p:cNvGrpSpPr/>
            <p:nvPr userDrawn="1"/>
          </p:nvGrpSpPr>
          <p:grpSpPr bwMode="grayWhite">
            <a:xfrm>
              <a:off x="2490231" y="1369960"/>
              <a:ext cx="4781177" cy="4074972"/>
              <a:chOff x="2490231" y="1369960"/>
              <a:chExt cx="4781177" cy="4074972"/>
            </a:xfrm>
          </p:grpSpPr>
          <p:sp>
            <p:nvSpPr>
              <p:cNvPr id="14" name="Freeform 13"/>
              <p:cNvSpPr/>
              <p:nvPr userDrawn="1"/>
            </p:nvSpPr>
            <p:spPr bwMode="grayWhite">
              <a:xfrm rot="13693869" flipH="1">
                <a:off x="3524638" y="1822044"/>
                <a:ext cx="3083296" cy="4150302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8"/>
                  <a:gd name="connsiteY0" fmla="*/ 0 h 3196607"/>
                  <a:gd name="connsiteX1" fmla="*/ 2246083 w 2374788"/>
                  <a:gd name="connsiteY1" fmla="*/ 3196607 h 3196607"/>
                  <a:gd name="connsiteX2" fmla="*/ 0 w 2374788"/>
                  <a:gd name="connsiteY2" fmla="*/ 0 h 3196607"/>
                  <a:gd name="connsiteX0" fmla="*/ 0 w 2374788"/>
                  <a:gd name="connsiteY0" fmla="*/ 0 h 3196607"/>
                  <a:gd name="connsiteX1" fmla="*/ 2246083 w 2374788"/>
                  <a:gd name="connsiteY1" fmla="*/ 3196607 h 3196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8" h="3196607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8" h="3196607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Freeform 14"/>
              <p:cNvSpPr/>
              <p:nvPr userDrawn="1"/>
            </p:nvSpPr>
            <p:spPr bwMode="grayWhite">
              <a:xfrm rot="13693869" flipH="1">
                <a:off x="2843334" y="1016857"/>
                <a:ext cx="4074972" cy="4781177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3175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35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24" name="Picture 230" descr="star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gray">
          <a:xfrm>
            <a:off x="4648200" y="4419600"/>
            <a:ext cx="895350" cy="9144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4632" y="1289304"/>
            <a:ext cx="4038600" cy="467258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1728" y="1289304"/>
            <a:ext cx="4038600" cy="467258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7/10/2025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‹№›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57200" y="1353312"/>
            <a:ext cx="4041648" cy="639762"/>
          </a:xfrm>
          <a:solidFill>
            <a:srgbClr val="FFFFFF">
              <a:alpha val="25098"/>
            </a:srgbClr>
          </a:solidFill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093976"/>
            <a:ext cx="4040188" cy="403250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4645025" y="1353312"/>
            <a:ext cx="4041648" cy="639762"/>
          </a:xfrm>
          <a:solidFill>
            <a:srgbClr val="FFFFFF">
              <a:alpha val="25098"/>
            </a:srgbClr>
          </a:solidFill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093976"/>
            <a:ext cx="4041775" cy="403250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7/10/2025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‹№›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7/10/2025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‹№›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7/10/2025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‹№›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6152" y="0"/>
            <a:ext cx="7470648" cy="987552"/>
          </a:xfrm>
        </p:spPr>
        <p:txBody>
          <a:bodyPr anchor="b">
            <a:normAutofit/>
          </a:bodyPr>
          <a:lstStyle>
            <a:lvl1pPr algn="l">
              <a:defRPr sz="4000" b="1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1016" y="1371600"/>
            <a:ext cx="4672584" cy="485546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6025896" y="1371600"/>
            <a:ext cx="2633472" cy="4873752"/>
          </a:xfrm>
          <a:gradFill>
            <a:gsLst>
              <a:gs pos="0">
                <a:schemeClr val="bg1">
                  <a:lumMod val="95000"/>
                  <a:alpha val="34000"/>
                </a:schemeClr>
              </a:gs>
              <a:gs pos="60000">
                <a:schemeClr val="tx2">
                  <a:lumMod val="20000"/>
                  <a:lumOff val="80000"/>
                  <a:alpha val="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7/10/2025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‹№›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502920" y="4855464"/>
            <a:ext cx="3218688" cy="777240"/>
          </a:xfrm>
          <a:solidFill>
            <a:schemeClr val="bg2">
              <a:lumMod val="50000"/>
            </a:schemeClr>
          </a:solidFill>
        </p:spPr>
        <p:txBody>
          <a:bodyPr anchor="ctr"/>
          <a:lstStyle>
            <a:lvl1pPr algn="ctr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gray">
          <a:xfrm>
            <a:off x="3867912" y="1216152"/>
            <a:ext cx="4626864" cy="4398264"/>
          </a:xfrm>
          <a:solidFill>
            <a:srgbClr val="EAEAEA"/>
          </a:solidFill>
          <a:effectLst>
            <a:outerShdw blurRad="254000" dist="101600" dir="2700000" algn="ctr" rotWithShape="0">
              <a:srgbClr val="000000">
                <a:alpha val="4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2920" y="1216152"/>
            <a:ext cx="3218688" cy="3575304"/>
          </a:xfrm>
        </p:spPr>
        <p:txBody>
          <a:bodyPr anchor="b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7/10/2025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‹№›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‹№›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black">
          <a:xfrm>
            <a:off x="7068312" y="356616"/>
            <a:ext cx="1618488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56616"/>
            <a:ext cx="6400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‹№›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White">
          <a:xfrm>
            <a:off x="0" y="0"/>
            <a:ext cx="9144000" cy="6858000"/>
          </a:xfrm>
          <a:prstGeom prst="rect">
            <a:avLst/>
          </a:prstGeom>
          <a:gradFill>
            <a:gsLst>
              <a:gs pos="6000">
                <a:schemeClr val="bg2">
                  <a:lumMod val="50000"/>
                  <a:alpha val="83000"/>
                </a:schemeClr>
              </a:gs>
              <a:gs pos="26000">
                <a:schemeClr val="bg2">
                  <a:lumMod val="50000"/>
                  <a:alpha val="63000"/>
                </a:schemeClr>
              </a:gs>
              <a:gs pos="50000">
                <a:schemeClr val="bg2">
                  <a:lumMod val="50000"/>
                  <a:alpha val="27000"/>
                </a:schemeClr>
              </a:gs>
              <a:gs pos="100000">
                <a:schemeClr val="bg2">
                  <a:lumMod val="50000"/>
                  <a:alpha val="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 bwMode="black">
          <a:xfrm>
            <a:off x="0" y="0"/>
            <a:ext cx="1216152" cy="98755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 bwMode="white">
          <a:xfrm>
            <a:off x="76200" y="1066800"/>
            <a:ext cx="2590800" cy="1219200"/>
          </a:xfrm>
          <a:prstGeom prst="rect">
            <a:avLst/>
          </a:prstGeom>
          <a:blipFill dpi="0" rotWithShape="1">
            <a:blip r:embed="rId13" cstate="screen">
              <a:alphaModFix amt="5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36" descr="star"/>
          <p:cNvPicPr>
            <a:picLocks noChangeAspect="1" noChangeArrowheads="1"/>
          </p:cNvPicPr>
          <p:nvPr/>
        </p:nvPicPr>
        <p:blipFill>
          <a:blip r:embed="rId14" cstate="screen"/>
          <a:srcRect/>
          <a:stretch>
            <a:fillRect/>
          </a:stretch>
        </p:blipFill>
        <p:spPr bwMode="gray">
          <a:xfrm rot="-1315059">
            <a:off x="8659903" y="5872449"/>
            <a:ext cx="542925" cy="555625"/>
          </a:xfrm>
          <a:prstGeom prst="rect">
            <a:avLst/>
          </a:prstGeom>
          <a:noFill/>
        </p:spPr>
      </p:pic>
      <p:pic>
        <p:nvPicPr>
          <p:cNvPr id="11" name="Picture 139" descr="star"/>
          <p:cNvPicPr>
            <a:picLocks noChangeAspect="1" noChangeArrowheads="1"/>
          </p:cNvPicPr>
          <p:nvPr/>
        </p:nvPicPr>
        <p:blipFill>
          <a:blip r:embed="rId14" cstate="screen"/>
          <a:srcRect/>
          <a:stretch>
            <a:fillRect/>
          </a:stretch>
        </p:blipFill>
        <p:spPr bwMode="gray">
          <a:xfrm rot="-1315059" flipH="1" flipV="1">
            <a:off x="152400" y="4724400"/>
            <a:ext cx="425450" cy="434975"/>
          </a:xfrm>
          <a:prstGeom prst="rect">
            <a:avLst/>
          </a:prstGeom>
          <a:noFill/>
        </p:spPr>
      </p:pic>
      <p:pic>
        <p:nvPicPr>
          <p:cNvPr id="12" name="Picture 99" descr="star"/>
          <p:cNvPicPr>
            <a:picLocks noChangeAspect="1" noChangeArrowheads="1"/>
          </p:cNvPicPr>
          <p:nvPr/>
        </p:nvPicPr>
        <p:blipFill>
          <a:blip r:embed="rId14" cstate="screen"/>
          <a:srcRect/>
          <a:stretch>
            <a:fillRect/>
          </a:stretch>
        </p:blipFill>
        <p:spPr bwMode="gray">
          <a:xfrm rot="-1315059">
            <a:off x="533400" y="152400"/>
            <a:ext cx="692150" cy="708025"/>
          </a:xfrm>
          <a:prstGeom prst="rect">
            <a:avLst/>
          </a:prstGeom>
          <a:noFill/>
        </p:spPr>
      </p:pic>
      <p:cxnSp>
        <p:nvCxnSpPr>
          <p:cNvPr id="13" name="Straight Connector 12"/>
          <p:cNvCxnSpPr/>
          <p:nvPr/>
        </p:nvCxnSpPr>
        <p:spPr bwMode="white">
          <a:xfrm>
            <a:off x="1216946" y="0"/>
            <a:ext cx="0" cy="6858000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ltGray">
          <a:xfrm>
            <a:off x="8714232" y="0"/>
            <a:ext cx="0" cy="6858000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ltGray">
          <a:xfrm>
            <a:off x="2670048" y="0"/>
            <a:ext cx="0" cy="6858000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White">
          <a:xfrm>
            <a:off x="0" y="990600"/>
            <a:ext cx="9144000" cy="1588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White">
          <a:xfrm>
            <a:off x="5788152" y="1069848"/>
            <a:ext cx="3355848" cy="1588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01"/>
          <p:cNvGrpSpPr>
            <a:grpSpLocks/>
          </p:cNvGrpSpPr>
          <p:nvPr/>
        </p:nvGrpSpPr>
        <p:grpSpPr bwMode="ltGray">
          <a:xfrm>
            <a:off x="-61512" y="-103188"/>
            <a:ext cx="4100112" cy="4217988"/>
            <a:chOff x="-80" y="-65"/>
            <a:chExt cx="2624" cy="2631"/>
          </a:xfrm>
          <a:solidFill>
            <a:schemeClr val="bg2">
              <a:lumMod val="20000"/>
              <a:lumOff val="80000"/>
              <a:alpha val="10196"/>
            </a:schemeClr>
          </a:solidFill>
        </p:grpSpPr>
        <p:sp>
          <p:nvSpPr>
            <p:cNvPr id="19" name="Freeform 102"/>
            <p:cNvSpPr>
              <a:spLocks/>
            </p:cNvSpPr>
            <p:nvPr/>
          </p:nvSpPr>
          <p:spPr bwMode="ltGray">
            <a:xfrm>
              <a:off x="1703" y="0"/>
              <a:ext cx="73" cy="34"/>
            </a:xfrm>
            <a:custGeom>
              <a:avLst/>
              <a:gdLst>
                <a:gd name="connsiteX0" fmla="*/ 674 w 711"/>
                <a:gd name="connsiteY0" fmla="*/ 0 h 451"/>
                <a:gd name="connsiteX1" fmla="*/ 711 w 711"/>
                <a:gd name="connsiteY1" fmla="*/ 67 h 451"/>
                <a:gd name="connsiteX2" fmla="*/ 132 w 711"/>
                <a:gd name="connsiteY2" fmla="*/ 401 h 451"/>
                <a:gd name="connsiteX3" fmla="*/ 112 w 711"/>
                <a:gd name="connsiteY3" fmla="*/ 367 h 451"/>
                <a:gd name="connsiteX4" fmla="*/ 94 w 711"/>
                <a:gd name="connsiteY4" fmla="*/ 335 h 451"/>
                <a:gd name="connsiteX5" fmla="*/ 674 w 711"/>
                <a:gd name="connsiteY5" fmla="*/ 0 h 451"/>
                <a:gd name="connsiteX0" fmla="*/ 674 w 711"/>
                <a:gd name="connsiteY0" fmla="*/ 0 h 451"/>
                <a:gd name="connsiteX1" fmla="*/ 711 w 711"/>
                <a:gd name="connsiteY1" fmla="*/ 67 h 451"/>
                <a:gd name="connsiteX2" fmla="*/ 185 w 711"/>
                <a:gd name="connsiteY2" fmla="*/ 369 h 451"/>
                <a:gd name="connsiteX3" fmla="*/ 132 w 711"/>
                <a:gd name="connsiteY3" fmla="*/ 401 h 451"/>
                <a:gd name="connsiteX4" fmla="*/ 112 w 711"/>
                <a:gd name="connsiteY4" fmla="*/ 367 h 451"/>
                <a:gd name="connsiteX5" fmla="*/ 94 w 711"/>
                <a:gd name="connsiteY5" fmla="*/ 335 h 451"/>
                <a:gd name="connsiteX6" fmla="*/ 674 w 711"/>
                <a:gd name="connsiteY6" fmla="*/ 0 h 451"/>
                <a:gd name="connsiteX0" fmla="*/ 674 w 711"/>
                <a:gd name="connsiteY0" fmla="*/ 0 h 401"/>
                <a:gd name="connsiteX1" fmla="*/ 711 w 711"/>
                <a:gd name="connsiteY1" fmla="*/ 67 h 401"/>
                <a:gd name="connsiteX2" fmla="*/ 185 w 711"/>
                <a:gd name="connsiteY2" fmla="*/ 369 h 401"/>
                <a:gd name="connsiteX3" fmla="*/ 132 w 711"/>
                <a:gd name="connsiteY3" fmla="*/ 401 h 401"/>
                <a:gd name="connsiteX4" fmla="*/ 112 w 711"/>
                <a:gd name="connsiteY4" fmla="*/ 367 h 401"/>
                <a:gd name="connsiteX5" fmla="*/ 94 w 711"/>
                <a:gd name="connsiteY5" fmla="*/ 335 h 401"/>
                <a:gd name="connsiteX6" fmla="*/ 674 w 711"/>
                <a:gd name="connsiteY6" fmla="*/ 0 h 401"/>
                <a:gd name="connsiteX0" fmla="*/ 562 w 599"/>
                <a:gd name="connsiteY0" fmla="*/ 0 h 401"/>
                <a:gd name="connsiteX1" fmla="*/ 599 w 599"/>
                <a:gd name="connsiteY1" fmla="*/ 67 h 401"/>
                <a:gd name="connsiteX2" fmla="*/ 73 w 599"/>
                <a:gd name="connsiteY2" fmla="*/ 369 h 401"/>
                <a:gd name="connsiteX3" fmla="*/ 20 w 599"/>
                <a:gd name="connsiteY3" fmla="*/ 401 h 401"/>
                <a:gd name="connsiteX4" fmla="*/ 0 w 599"/>
                <a:gd name="connsiteY4" fmla="*/ 367 h 401"/>
                <a:gd name="connsiteX5" fmla="*/ 562 w 599"/>
                <a:gd name="connsiteY5" fmla="*/ 0 h 401"/>
                <a:gd name="connsiteX0" fmla="*/ 0 w 599"/>
                <a:gd name="connsiteY0" fmla="*/ 300 h 334"/>
                <a:gd name="connsiteX1" fmla="*/ 599 w 599"/>
                <a:gd name="connsiteY1" fmla="*/ 0 h 334"/>
                <a:gd name="connsiteX2" fmla="*/ 73 w 599"/>
                <a:gd name="connsiteY2" fmla="*/ 302 h 334"/>
                <a:gd name="connsiteX3" fmla="*/ 20 w 599"/>
                <a:gd name="connsiteY3" fmla="*/ 334 h 334"/>
                <a:gd name="connsiteX4" fmla="*/ 0 w 599"/>
                <a:gd name="connsiteY4" fmla="*/ 300 h 334"/>
                <a:gd name="connsiteX0" fmla="*/ 0 w 73"/>
                <a:gd name="connsiteY0" fmla="*/ 5 h 39"/>
                <a:gd name="connsiteX1" fmla="*/ 73 w 73"/>
                <a:gd name="connsiteY1" fmla="*/ 7 h 39"/>
                <a:gd name="connsiteX2" fmla="*/ 20 w 73"/>
                <a:gd name="connsiteY2" fmla="*/ 39 h 39"/>
                <a:gd name="connsiteX3" fmla="*/ 0 w 73"/>
                <a:gd name="connsiteY3" fmla="*/ 5 h 39"/>
                <a:gd name="connsiteX0" fmla="*/ 0 w 73"/>
                <a:gd name="connsiteY0" fmla="*/ 0 h 34"/>
                <a:gd name="connsiteX1" fmla="*/ 73 w 73"/>
                <a:gd name="connsiteY1" fmla="*/ 2 h 34"/>
                <a:gd name="connsiteX2" fmla="*/ 20 w 73"/>
                <a:gd name="connsiteY2" fmla="*/ 34 h 34"/>
                <a:gd name="connsiteX3" fmla="*/ 0 w 73"/>
                <a:gd name="connsiteY3" fmla="*/ 0 h 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" h="34">
                  <a:moveTo>
                    <a:pt x="0" y="0"/>
                  </a:moveTo>
                  <a:cubicBezTo>
                    <a:pt x="24" y="1"/>
                    <a:pt x="49" y="1"/>
                    <a:pt x="73" y="2"/>
                  </a:cubicBezTo>
                  <a:lnTo>
                    <a:pt x="20" y="34"/>
                  </a:lnTo>
                  <a:cubicBezTo>
                    <a:pt x="13" y="23"/>
                    <a:pt x="7" y="1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03"/>
            <p:cNvSpPr>
              <a:spLocks/>
            </p:cNvSpPr>
            <p:nvPr/>
          </p:nvSpPr>
          <p:spPr bwMode="ltGray">
            <a:xfrm>
              <a:off x="1739" y="2"/>
              <a:ext cx="314" cy="131"/>
            </a:xfrm>
            <a:custGeom>
              <a:avLst/>
              <a:gdLst>
                <a:gd name="connsiteX0" fmla="*/ 607 w 638"/>
                <a:gd name="connsiteY0" fmla="*/ 0 h 353"/>
                <a:gd name="connsiteX1" fmla="*/ 638 w 638"/>
                <a:gd name="connsiteY1" fmla="*/ 71 h 353"/>
                <a:gd name="connsiteX2" fmla="*/ 33 w 638"/>
                <a:gd name="connsiteY2" fmla="*/ 353 h 353"/>
                <a:gd name="connsiteX3" fmla="*/ 0 w 638"/>
                <a:gd name="connsiteY3" fmla="*/ 284 h 353"/>
                <a:gd name="connsiteX4" fmla="*/ 129 w 638"/>
                <a:gd name="connsiteY4" fmla="*/ 222 h 353"/>
                <a:gd name="connsiteX5" fmla="*/ 607 w 638"/>
                <a:gd name="connsiteY5" fmla="*/ 0 h 353"/>
                <a:gd name="connsiteX0" fmla="*/ 607 w 638"/>
                <a:gd name="connsiteY0" fmla="*/ 0 h 353"/>
                <a:gd name="connsiteX1" fmla="*/ 638 w 638"/>
                <a:gd name="connsiteY1" fmla="*/ 71 h 353"/>
                <a:gd name="connsiteX2" fmla="*/ 314 w 638"/>
                <a:gd name="connsiteY2" fmla="*/ 222 h 353"/>
                <a:gd name="connsiteX3" fmla="*/ 33 w 638"/>
                <a:gd name="connsiteY3" fmla="*/ 353 h 353"/>
                <a:gd name="connsiteX4" fmla="*/ 0 w 638"/>
                <a:gd name="connsiteY4" fmla="*/ 284 h 353"/>
                <a:gd name="connsiteX5" fmla="*/ 129 w 638"/>
                <a:gd name="connsiteY5" fmla="*/ 222 h 353"/>
                <a:gd name="connsiteX6" fmla="*/ 607 w 638"/>
                <a:gd name="connsiteY6" fmla="*/ 0 h 353"/>
                <a:gd name="connsiteX0" fmla="*/ 129 w 638"/>
                <a:gd name="connsiteY0" fmla="*/ 151 h 282"/>
                <a:gd name="connsiteX1" fmla="*/ 638 w 638"/>
                <a:gd name="connsiteY1" fmla="*/ 0 h 282"/>
                <a:gd name="connsiteX2" fmla="*/ 314 w 638"/>
                <a:gd name="connsiteY2" fmla="*/ 151 h 282"/>
                <a:gd name="connsiteX3" fmla="*/ 33 w 638"/>
                <a:gd name="connsiteY3" fmla="*/ 282 h 282"/>
                <a:gd name="connsiteX4" fmla="*/ 0 w 638"/>
                <a:gd name="connsiteY4" fmla="*/ 213 h 282"/>
                <a:gd name="connsiteX5" fmla="*/ 129 w 638"/>
                <a:gd name="connsiteY5" fmla="*/ 151 h 282"/>
                <a:gd name="connsiteX0" fmla="*/ 129 w 314"/>
                <a:gd name="connsiteY0" fmla="*/ 0 h 131"/>
                <a:gd name="connsiteX1" fmla="*/ 314 w 314"/>
                <a:gd name="connsiteY1" fmla="*/ 0 h 131"/>
                <a:gd name="connsiteX2" fmla="*/ 33 w 314"/>
                <a:gd name="connsiteY2" fmla="*/ 131 h 131"/>
                <a:gd name="connsiteX3" fmla="*/ 0 w 314"/>
                <a:gd name="connsiteY3" fmla="*/ 62 h 131"/>
                <a:gd name="connsiteX4" fmla="*/ 129 w 314"/>
                <a:gd name="connsiteY4" fmla="*/ 0 h 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" h="131">
                  <a:moveTo>
                    <a:pt x="129" y="0"/>
                  </a:moveTo>
                  <a:lnTo>
                    <a:pt x="314" y="0"/>
                  </a:lnTo>
                  <a:lnTo>
                    <a:pt x="33" y="131"/>
                  </a:lnTo>
                  <a:lnTo>
                    <a:pt x="0" y="62"/>
                  </a:lnTo>
                  <a:lnTo>
                    <a:pt x="1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04"/>
            <p:cNvSpPr>
              <a:spLocks/>
            </p:cNvSpPr>
            <p:nvPr/>
          </p:nvSpPr>
          <p:spPr bwMode="ltGray">
            <a:xfrm>
              <a:off x="1785" y="-65"/>
              <a:ext cx="654" cy="301"/>
            </a:xfrm>
            <a:custGeom>
              <a:avLst/>
              <a:gdLst/>
              <a:ahLst/>
              <a:cxnLst>
                <a:cxn ang="0">
                  <a:pos x="629" y="0"/>
                </a:cxn>
                <a:cxn ang="0">
                  <a:pos x="654" y="73"/>
                </a:cxn>
                <a:cxn ang="0">
                  <a:pos x="26" y="301"/>
                </a:cxn>
                <a:cxn ang="0">
                  <a:pos x="0" y="229"/>
                </a:cxn>
                <a:cxn ang="0">
                  <a:pos x="629" y="0"/>
                </a:cxn>
              </a:cxnLst>
              <a:rect l="0" t="0" r="r" b="b"/>
              <a:pathLst>
                <a:path w="654" h="301">
                  <a:moveTo>
                    <a:pt x="629" y="0"/>
                  </a:moveTo>
                  <a:lnTo>
                    <a:pt x="654" y="73"/>
                  </a:lnTo>
                  <a:lnTo>
                    <a:pt x="26" y="301"/>
                  </a:lnTo>
                  <a:lnTo>
                    <a:pt x="0" y="229"/>
                  </a:lnTo>
                  <a:lnTo>
                    <a:pt x="6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05"/>
            <p:cNvSpPr>
              <a:spLocks/>
            </p:cNvSpPr>
            <p:nvPr/>
          </p:nvSpPr>
          <p:spPr bwMode="ltGray">
            <a:xfrm>
              <a:off x="1821" y="94"/>
              <a:ext cx="666" cy="248"/>
            </a:xfrm>
            <a:custGeom>
              <a:avLst/>
              <a:gdLst/>
              <a:ahLst/>
              <a:cxnLst>
                <a:cxn ang="0">
                  <a:pos x="647" y="0"/>
                </a:cxn>
                <a:cxn ang="0">
                  <a:pos x="666" y="75"/>
                </a:cxn>
                <a:cxn ang="0">
                  <a:pos x="20" y="248"/>
                </a:cxn>
                <a:cxn ang="0">
                  <a:pos x="0" y="174"/>
                </a:cxn>
                <a:cxn ang="0">
                  <a:pos x="647" y="0"/>
                </a:cxn>
              </a:cxnLst>
              <a:rect l="0" t="0" r="r" b="b"/>
              <a:pathLst>
                <a:path w="666" h="248">
                  <a:moveTo>
                    <a:pt x="647" y="0"/>
                  </a:moveTo>
                  <a:lnTo>
                    <a:pt x="666" y="75"/>
                  </a:lnTo>
                  <a:lnTo>
                    <a:pt x="20" y="248"/>
                  </a:lnTo>
                  <a:lnTo>
                    <a:pt x="0" y="174"/>
                  </a:lnTo>
                  <a:lnTo>
                    <a:pt x="64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06"/>
            <p:cNvSpPr>
              <a:spLocks/>
            </p:cNvSpPr>
            <p:nvPr/>
          </p:nvSpPr>
          <p:spPr bwMode="ltGray">
            <a:xfrm>
              <a:off x="1848" y="258"/>
              <a:ext cx="673" cy="192"/>
            </a:xfrm>
            <a:custGeom>
              <a:avLst/>
              <a:gdLst/>
              <a:ahLst/>
              <a:cxnLst>
                <a:cxn ang="0">
                  <a:pos x="659" y="0"/>
                </a:cxn>
                <a:cxn ang="0">
                  <a:pos x="673" y="76"/>
                </a:cxn>
                <a:cxn ang="0">
                  <a:pos x="14" y="192"/>
                </a:cxn>
                <a:cxn ang="0">
                  <a:pos x="0" y="116"/>
                </a:cxn>
                <a:cxn ang="0">
                  <a:pos x="659" y="0"/>
                </a:cxn>
              </a:cxnLst>
              <a:rect l="0" t="0" r="r" b="b"/>
              <a:pathLst>
                <a:path w="673" h="192">
                  <a:moveTo>
                    <a:pt x="659" y="0"/>
                  </a:moveTo>
                  <a:lnTo>
                    <a:pt x="673" y="76"/>
                  </a:lnTo>
                  <a:lnTo>
                    <a:pt x="14" y="192"/>
                  </a:lnTo>
                  <a:lnTo>
                    <a:pt x="0" y="116"/>
                  </a:lnTo>
                  <a:lnTo>
                    <a:pt x="6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07"/>
            <p:cNvSpPr>
              <a:spLocks/>
            </p:cNvSpPr>
            <p:nvPr/>
          </p:nvSpPr>
          <p:spPr bwMode="ltGray">
            <a:xfrm>
              <a:off x="1867" y="424"/>
              <a:ext cx="673" cy="136"/>
            </a:xfrm>
            <a:custGeom>
              <a:avLst/>
              <a:gdLst/>
              <a:ahLst/>
              <a:cxnLst>
                <a:cxn ang="0">
                  <a:pos x="666" y="0"/>
                </a:cxn>
                <a:cxn ang="0">
                  <a:pos x="673" y="78"/>
                </a:cxn>
                <a:cxn ang="0">
                  <a:pos x="6" y="136"/>
                </a:cxn>
                <a:cxn ang="0">
                  <a:pos x="0" y="59"/>
                </a:cxn>
                <a:cxn ang="0">
                  <a:pos x="666" y="0"/>
                </a:cxn>
              </a:cxnLst>
              <a:rect l="0" t="0" r="r" b="b"/>
              <a:pathLst>
                <a:path w="673" h="136">
                  <a:moveTo>
                    <a:pt x="666" y="0"/>
                  </a:moveTo>
                  <a:lnTo>
                    <a:pt x="673" y="78"/>
                  </a:lnTo>
                  <a:lnTo>
                    <a:pt x="6" y="136"/>
                  </a:lnTo>
                  <a:lnTo>
                    <a:pt x="0" y="59"/>
                  </a:lnTo>
                  <a:lnTo>
                    <a:pt x="6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Rectangle 108"/>
            <p:cNvSpPr>
              <a:spLocks noChangeArrowheads="1"/>
            </p:cNvSpPr>
            <p:nvPr/>
          </p:nvSpPr>
          <p:spPr bwMode="ltGray">
            <a:xfrm>
              <a:off x="1875" y="593"/>
              <a:ext cx="669" cy="77"/>
            </a:xfrm>
            <a:prstGeom prst="rect">
              <a:avLst/>
            </a:prstGeom>
            <a:grpFill/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09"/>
            <p:cNvSpPr>
              <a:spLocks/>
            </p:cNvSpPr>
            <p:nvPr/>
          </p:nvSpPr>
          <p:spPr bwMode="ltGray">
            <a:xfrm>
              <a:off x="1867" y="703"/>
              <a:ext cx="673" cy="13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673" y="59"/>
                </a:cxn>
                <a:cxn ang="0">
                  <a:pos x="667" y="135"/>
                </a:cxn>
                <a:cxn ang="0">
                  <a:pos x="0" y="76"/>
                </a:cxn>
                <a:cxn ang="0">
                  <a:pos x="7" y="0"/>
                </a:cxn>
              </a:cxnLst>
              <a:rect l="0" t="0" r="r" b="b"/>
              <a:pathLst>
                <a:path w="673" h="135">
                  <a:moveTo>
                    <a:pt x="7" y="0"/>
                  </a:moveTo>
                  <a:lnTo>
                    <a:pt x="673" y="59"/>
                  </a:lnTo>
                  <a:lnTo>
                    <a:pt x="667" y="135"/>
                  </a:lnTo>
                  <a:lnTo>
                    <a:pt x="0" y="76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10"/>
            <p:cNvSpPr>
              <a:spLocks/>
            </p:cNvSpPr>
            <p:nvPr/>
          </p:nvSpPr>
          <p:spPr bwMode="ltGray">
            <a:xfrm>
              <a:off x="1849" y="813"/>
              <a:ext cx="674" cy="192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674" y="116"/>
                </a:cxn>
                <a:cxn ang="0">
                  <a:pos x="660" y="192"/>
                </a:cxn>
                <a:cxn ang="0">
                  <a:pos x="0" y="75"/>
                </a:cxn>
                <a:cxn ang="0">
                  <a:pos x="14" y="0"/>
                </a:cxn>
              </a:cxnLst>
              <a:rect l="0" t="0" r="r" b="b"/>
              <a:pathLst>
                <a:path w="674" h="192">
                  <a:moveTo>
                    <a:pt x="14" y="0"/>
                  </a:moveTo>
                  <a:lnTo>
                    <a:pt x="674" y="116"/>
                  </a:lnTo>
                  <a:lnTo>
                    <a:pt x="660" y="192"/>
                  </a:lnTo>
                  <a:lnTo>
                    <a:pt x="0" y="75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11"/>
            <p:cNvSpPr>
              <a:spLocks/>
            </p:cNvSpPr>
            <p:nvPr/>
          </p:nvSpPr>
          <p:spPr bwMode="ltGray">
            <a:xfrm>
              <a:off x="1822" y="921"/>
              <a:ext cx="667" cy="247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667" y="173"/>
                </a:cxn>
                <a:cxn ang="0">
                  <a:pos x="647" y="247"/>
                </a:cxn>
                <a:cxn ang="0">
                  <a:pos x="0" y="74"/>
                </a:cxn>
                <a:cxn ang="0">
                  <a:pos x="20" y="0"/>
                </a:cxn>
              </a:cxnLst>
              <a:rect l="0" t="0" r="r" b="b"/>
              <a:pathLst>
                <a:path w="667" h="247">
                  <a:moveTo>
                    <a:pt x="20" y="0"/>
                  </a:moveTo>
                  <a:lnTo>
                    <a:pt x="667" y="173"/>
                  </a:lnTo>
                  <a:lnTo>
                    <a:pt x="647" y="247"/>
                  </a:lnTo>
                  <a:lnTo>
                    <a:pt x="0" y="74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12"/>
            <p:cNvSpPr>
              <a:spLocks/>
            </p:cNvSpPr>
            <p:nvPr/>
          </p:nvSpPr>
          <p:spPr bwMode="ltGray">
            <a:xfrm>
              <a:off x="1787" y="1027"/>
              <a:ext cx="655" cy="301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655" y="229"/>
                </a:cxn>
                <a:cxn ang="0">
                  <a:pos x="629" y="301"/>
                </a:cxn>
                <a:cxn ang="0">
                  <a:pos x="0" y="72"/>
                </a:cxn>
                <a:cxn ang="0">
                  <a:pos x="26" y="0"/>
                </a:cxn>
              </a:cxnLst>
              <a:rect l="0" t="0" r="r" b="b"/>
              <a:pathLst>
                <a:path w="655" h="301">
                  <a:moveTo>
                    <a:pt x="26" y="0"/>
                  </a:moveTo>
                  <a:lnTo>
                    <a:pt x="655" y="229"/>
                  </a:lnTo>
                  <a:lnTo>
                    <a:pt x="629" y="301"/>
                  </a:lnTo>
                  <a:lnTo>
                    <a:pt x="0" y="72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13"/>
            <p:cNvSpPr>
              <a:spLocks/>
            </p:cNvSpPr>
            <p:nvPr/>
          </p:nvSpPr>
          <p:spPr bwMode="ltGray">
            <a:xfrm>
              <a:off x="1742" y="1130"/>
              <a:ext cx="639" cy="353"/>
            </a:xfrm>
            <a:custGeom>
              <a:avLst/>
              <a:gdLst/>
              <a:ahLst/>
              <a:cxnLst>
                <a:cxn ang="0">
                  <a:pos x="32" y="0"/>
                </a:cxn>
                <a:cxn ang="0">
                  <a:pos x="639" y="283"/>
                </a:cxn>
                <a:cxn ang="0">
                  <a:pos x="606" y="353"/>
                </a:cxn>
                <a:cxn ang="0">
                  <a:pos x="0" y="70"/>
                </a:cxn>
                <a:cxn ang="0">
                  <a:pos x="32" y="0"/>
                </a:cxn>
              </a:cxnLst>
              <a:rect l="0" t="0" r="r" b="b"/>
              <a:pathLst>
                <a:path w="639" h="353">
                  <a:moveTo>
                    <a:pt x="32" y="0"/>
                  </a:moveTo>
                  <a:lnTo>
                    <a:pt x="639" y="283"/>
                  </a:lnTo>
                  <a:lnTo>
                    <a:pt x="606" y="353"/>
                  </a:lnTo>
                  <a:lnTo>
                    <a:pt x="0" y="70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14"/>
            <p:cNvSpPr>
              <a:spLocks/>
            </p:cNvSpPr>
            <p:nvPr/>
          </p:nvSpPr>
          <p:spPr bwMode="ltGray">
            <a:xfrm>
              <a:off x="1689" y="1230"/>
              <a:ext cx="617" cy="400"/>
            </a:xfrm>
            <a:custGeom>
              <a:avLst/>
              <a:gdLst/>
              <a:ahLst/>
              <a:cxnLst>
                <a:cxn ang="0">
                  <a:pos x="37" y="0"/>
                </a:cxn>
                <a:cxn ang="0">
                  <a:pos x="617" y="334"/>
                </a:cxn>
                <a:cxn ang="0">
                  <a:pos x="579" y="400"/>
                </a:cxn>
                <a:cxn ang="0">
                  <a:pos x="0" y="66"/>
                </a:cxn>
                <a:cxn ang="0">
                  <a:pos x="37" y="0"/>
                </a:cxn>
              </a:cxnLst>
              <a:rect l="0" t="0" r="r" b="b"/>
              <a:pathLst>
                <a:path w="617" h="400">
                  <a:moveTo>
                    <a:pt x="37" y="0"/>
                  </a:moveTo>
                  <a:lnTo>
                    <a:pt x="617" y="334"/>
                  </a:lnTo>
                  <a:lnTo>
                    <a:pt x="579" y="400"/>
                  </a:lnTo>
                  <a:lnTo>
                    <a:pt x="0" y="66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15"/>
            <p:cNvSpPr>
              <a:spLocks/>
            </p:cNvSpPr>
            <p:nvPr/>
          </p:nvSpPr>
          <p:spPr bwMode="ltGray">
            <a:xfrm>
              <a:off x="1627" y="1325"/>
              <a:ext cx="592" cy="446"/>
            </a:xfrm>
            <a:custGeom>
              <a:avLst/>
              <a:gdLst/>
              <a:ahLst/>
              <a:cxnLst>
                <a:cxn ang="0">
                  <a:pos x="44" y="0"/>
                </a:cxn>
                <a:cxn ang="0">
                  <a:pos x="592" y="383"/>
                </a:cxn>
                <a:cxn ang="0">
                  <a:pos x="548" y="446"/>
                </a:cxn>
                <a:cxn ang="0">
                  <a:pos x="0" y="62"/>
                </a:cxn>
                <a:cxn ang="0">
                  <a:pos x="44" y="0"/>
                </a:cxn>
              </a:cxnLst>
              <a:rect l="0" t="0" r="r" b="b"/>
              <a:pathLst>
                <a:path w="592" h="446">
                  <a:moveTo>
                    <a:pt x="44" y="0"/>
                  </a:moveTo>
                  <a:lnTo>
                    <a:pt x="592" y="383"/>
                  </a:lnTo>
                  <a:lnTo>
                    <a:pt x="548" y="446"/>
                  </a:lnTo>
                  <a:lnTo>
                    <a:pt x="0" y="62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116"/>
            <p:cNvSpPr>
              <a:spLocks/>
            </p:cNvSpPr>
            <p:nvPr/>
          </p:nvSpPr>
          <p:spPr bwMode="ltGray">
            <a:xfrm>
              <a:off x="1558" y="1414"/>
              <a:ext cx="562" cy="489"/>
            </a:xfrm>
            <a:custGeom>
              <a:avLst/>
              <a:gdLst/>
              <a:ahLst/>
              <a:cxnLst>
                <a:cxn ang="0">
                  <a:pos x="49" y="0"/>
                </a:cxn>
                <a:cxn ang="0">
                  <a:pos x="562" y="430"/>
                </a:cxn>
                <a:cxn ang="0">
                  <a:pos x="511" y="489"/>
                </a:cxn>
                <a:cxn ang="0">
                  <a:pos x="0" y="58"/>
                </a:cxn>
                <a:cxn ang="0">
                  <a:pos x="49" y="0"/>
                </a:cxn>
              </a:cxnLst>
              <a:rect l="0" t="0" r="r" b="b"/>
              <a:pathLst>
                <a:path w="562" h="489">
                  <a:moveTo>
                    <a:pt x="49" y="0"/>
                  </a:moveTo>
                  <a:lnTo>
                    <a:pt x="562" y="430"/>
                  </a:lnTo>
                  <a:lnTo>
                    <a:pt x="511" y="489"/>
                  </a:lnTo>
                  <a:lnTo>
                    <a:pt x="0" y="58"/>
                  </a:lnTo>
                  <a:lnTo>
                    <a:pt x="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117"/>
            <p:cNvSpPr>
              <a:spLocks/>
            </p:cNvSpPr>
            <p:nvPr/>
          </p:nvSpPr>
          <p:spPr bwMode="ltGray">
            <a:xfrm>
              <a:off x="1480" y="1498"/>
              <a:ext cx="529" cy="527"/>
            </a:xfrm>
            <a:custGeom>
              <a:avLst/>
              <a:gdLst/>
              <a:ahLst/>
              <a:cxnLst>
                <a:cxn ang="0">
                  <a:pos x="56" y="0"/>
                </a:cxn>
                <a:cxn ang="0">
                  <a:pos x="529" y="473"/>
                </a:cxn>
                <a:cxn ang="0">
                  <a:pos x="474" y="527"/>
                </a:cxn>
                <a:cxn ang="0">
                  <a:pos x="0" y="54"/>
                </a:cxn>
                <a:cxn ang="0">
                  <a:pos x="56" y="0"/>
                </a:cxn>
              </a:cxnLst>
              <a:rect l="0" t="0" r="r" b="b"/>
              <a:pathLst>
                <a:path w="529" h="527">
                  <a:moveTo>
                    <a:pt x="56" y="0"/>
                  </a:moveTo>
                  <a:lnTo>
                    <a:pt x="529" y="473"/>
                  </a:lnTo>
                  <a:lnTo>
                    <a:pt x="474" y="527"/>
                  </a:lnTo>
                  <a:lnTo>
                    <a:pt x="0" y="54"/>
                  </a:lnTo>
                  <a:lnTo>
                    <a:pt x="5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118"/>
            <p:cNvSpPr>
              <a:spLocks/>
            </p:cNvSpPr>
            <p:nvPr/>
          </p:nvSpPr>
          <p:spPr bwMode="ltGray">
            <a:xfrm>
              <a:off x="1397" y="1574"/>
              <a:ext cx="490" cy="562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490" y="513"/>
                </a:cxn>
                <a:cxn ang="0">
                  <a:pos x="430" y="562"/>
                </a:cxn>
                <a:cxn ang="0">
                  <a:pos x="0" y="51"/>
                </a:cxn>
                <a:cxn ang="0">
                  <a:pos x="59" y="0"/>
                </a:cxn>
              </a:cxnLst>
              <a:rect l="0" t="0" r="r" b="b"/>
              <a:pathLst>
                <a:path w="490" h="562">
                  <a:moveTo>
                    <a:pt x="59" y="0"/>
                  </a:moveTo>
                  <a:lnTo>
                    <a:pt x="490" y="513"/>
                  </a:lnTo>
                  <a:lnTo>
                    <a:pt x="430" y="562"/>
                  </a:lnTo>
                  <a:lnTo>
                    <a:pt x="0" y="51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119"/>
            <p:cNvSpPr>
              <a:spLocks/>
            </p:cNvSpPr>
            <p:nvPr/>
          </p:nvSpPr>
          <p:spPr bwMode="ltGray">
            <a:xfrm>
              <a:off x="1308" y="1644"/>
              <a:ext cx="446" cy="593"/>
            </a:xfrm>
            <a:custGeom>
              <a:avLst/>
              <a:gdLst/>
              <a:ahLst/>
              <a:cxnLst>
                <a:cxn ang="0">
                  <a:pos x="64" y="0"/>
                </a:cxn>
                <a:cxn ang="0">
                  <a:pos x="446" y="548"/>
                </a:cxn>
                <a:cxn ang="0">
                  <a:pos x="384" y="593"/>
                </a:cxn>
                <a:cxn ang="0">
                  <a:pos x="0" y="45"/>
                </a:cxn>
                <a:cxn ang="0">
                  <a:pos x="64" y="0"/>
                </a:cxn>
              </a:cxnLst>
              <a:rect l="0" t="0" r="r" b="b"/>
              <a:pathLst>
                <a:path w="446" h="593">
                  <a:moveTo>
                    <a:pt x="64" y="0"/>
                  </a:moveTo>
                  <a:lnTo>
                    <a:pt x="446" y="548"/>
                  </a:lnTo>
                  <a:lnTo>
                    <a:pt x="384" y="593"/>
                  </a:lnTo>
                  <a:lnTo>
                    <a:pt x="0" y="45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120"/>
            <p:cNvSpPr>
              <a:spLocks/>
            </p:cNvSpPr>
            <p:nvPr/>
          </p:nvSpPr>
          <p:spPr bwMode="ltGray">
            <a:xfrm>
              <a:off x="1214" y="1707"/>
              <a:ext cx="401" cy="618"/>
            </a:xfrm>
            <a:custGeom>
              <a:avLst/>
              <a:gdLst/>
              <a:ahLst/>
              <a:cxnLst>
                <a:cxn ang="0">
                  <a:pos x="66" y="0"/>
                </a:cxn>
                <a:cxn ang="0">
                  <a:pos x="401" y="579"/>
                </a:cxn>
                <a:cxn ang="0">
                  <a:pos x="334" y="618"/>
                </a:cxn>
                <a:cxn ang="0">
                  <a:pos x="0" y="38"/>
                </a:cxn>
                <a:cxn ang="0">
                  <a:pos x="66" y="0"/>
                </a:cxn>
              </a:cxnLst>
              <a:rect l="0" t="0" r="r" b="b"/>
              <a:pathLst>
                <a:path w="401" h="618">
                  <a:moveTo>
                    <a:pt x="66" y="0"/>
                  </a:moveTo>
                  <a:lnTo>
                    <a:pt x="401" y="579"/>
                  </a:lnTo>
                  <a:lnTo>
                    <a:pt x="334" y="618"/>
                  </a:lnTo>
                  <a:lnTo>
                    <a:pt x="0" y="38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121"/>
            <p:cNvSpPr>
              <a:spLocks/>
            </p:cNvSpPr>
            <p:nvPr/>
          </p:nvSpPr>
          <p:spPr bwMode="ltGray">
            <a:xfrm>
              <a:off x="1115" y="1760"/>
              <a:ext cx="353" cy="640"/>
            </a:xfrm>
            <a:custGeom>
              <a:avLst/>
              <a:gdLst/>
              <a:ahLst/>
              <a:cxnLst>
                <a:cxn ang="0">
                  <a:pos x="69" y="0"/>
                </a:cxn>
                <a:cxn ang="0">
                  <a:pos x="353" y="607"/>
                </a:cxn>
                <a:cxn ang="0">
                  <a:pos x="282" y="640"/>
                </a:cxn>
                <a:cxn ang="0">
                  <a:pos x="0" y="33"/>
                </a:cxn>
                <a:cxn ang="0">
                  <a:pos x="69" y="0"/>
                </a:cxn>
              </a:cxnLst>
              <a:rect l="0" t="0" r="r" b="b"/>
              <a:pathLst>
                <a:path w="353" h="640">
                  <a:moveTo>
                    <a:pt x="69" y="0"/>
                  </a:moveTo>
                  <a:lnTo>
                    <a:pt x="353" y="607"/>
                  </a:lnTo>
                  <a:lnTo>
                    <a:pt x="282" y="640"/>
                  </a:lnTo>
                  <a:lnTo>
                    <a:pt x="0" y="33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122"/>
            <p:cNvSpPr>
              <a:spLocks/>
            </p:cNvSpPr>
            <p:nvPr/>
          </p:nvSpPr>
          <p:spPr bwMode="ltGray">
            <a:xfrm>
              <a:off x="1012" y="1806"/>
              <a:ext cx="301" cy="656"/>
            </a:xfrm>
            <a:custGeom>
              <a:avLst/>
              <a:gdLst/>
              <a:ahLst/>
              <a:cxnLst>
                <a:cxn ang="0">
                  <a:pos x="72" y="0"/>
                </a:cxn>
                <a:cxn ang="0">
                  <a:pos x="301" y="629"/>
                </a:cxn>
                <a:cxn ang="0">
                  <a:pos x="228" y="656"/>
                </a:cxn>
                <a:cxn ang="0">
                  <a:pos x="0" y="27"/>
                </a:cxn>
                <a:cxn ang="0">
                  <a:pos x="72" y="0"/>
                </a:cxn>
              </a:cxnLst>
              <a:rect l="0" t="0" r="r" b="b"/>
              <a:pathLst>
                <a:path w="301" h="656">
                  <a:moveTo>
                    <a:pt x="72" y="0"/>
                  </a:moveTo>
                  <a:lnTo>
                    <a:pt x="301" y="629"/>
                  </a:lnTo>
                  <a:lnTo>
                    <a:pt x="228" y="656"/>
                  </a:lnTo>
                  <a:lnTo>
                    <a:pt x="0" y="27"/>
                  </a:lnTo>
                  <a:lnTo>
                    <a:pt x="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123"/>
            <p:cNvSpPr>
              <a:spLocks/>
            </p:cNvSpPr>
            <p:nvPr/>
          </p:nvSpPr>
          <p:spPr bwMode="ltGray">
            <a:xfrm>
              <a:off x="906" y="1844"/>
              <a:ext cx="248" cy="666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248" y="646"/>
                </a:cxn>
                <a:cxn ang="0">
                  <a:pos x="173" y="666"/>
                </a:cxn>
                <a:cxn ang="0">
                  <a:pos x="0" y="18"/>
                </a:cxn>
                <a:cxn ang="0">
                  <a:pos x="74" y="0"/>
                </a:cxn>
              </a:cxnLst>
              <a:rect l="0" t="0" r="r" b="b"/>
              <a:pathLst>
                <a:path w="248" h="666">
                  <a:moveTo>
                    <a:pt x="74" y="0"/>
                  </a:moveTo>
                  <a:lnTo>
                    <a:pt x="248" y="646"/>
                  </a:lnTo>
                  <a:lnTo>
                    <a:pt x="173" y="666"/>
                  </a:lnTo>
                  <a:lnTo>
                    <a:pt x="0" y="18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124"/>
            <p:cNvSpPr>
              <a:spLocks/>
            </p:cNvSpPr>
            <p:nvPr/>
          </p:nvSpPr>
          <p:spPr bwMode="ltGray">
            <a:xfrm>
              <a:off x="798" y="1870"/>
              <a:ext cx="192" cy="673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192" y="660"/>
                </a:cxn>
                <a:cxn ang="0">
                  <a:pos x="116" y="673"/>
                </a:cxn>
                <a:cxn ang="0">
                  <a:pos x="0" y="13"/>
                </a:cxn>
                <a:cxn ang="0">
                  <a:pos x="76" y="0"/>
                </a:cxn>
              </a:cxnLst>
              <a:rect l="0" t="0" r="r" b="b"/>
              <a:pathLst>
                <a:path w="192" h="673">
                  <a:moveTo>
                    <a:pt x="76" y="0"/>
                  </a:moveTo>
                  <a:lnTo>
                    <a:pt x="192" y="660"/>
                  </a:lnTo>
                  <a:lnTo>
                    <a:pt x="116" y="673"/>
                  </a:lnTo>
                  <a:lnTo>
                    <a:pt x="0" y="13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125"/>
            <p:cNvSpPr>
              <a:spLocks/>
            </p:cNvSpPr>
            <p:nvPr/>
          </p:nvSpPr>
          <p:spPr bwMode="ltGray">
            <a:xfrm>
              <a:off x="688" y="1888"/>
              <a:ext cx="136" cy="673"/>
            </a:xfrm>
            <a:custGeom>
              <a:avLst/>
              <a:gdLst/>
              <a:ahLst/>
              <a:cxnLst>
                <a:cxn ang="0">
                  <a:pos x="77" y="0"/>
                </a:cxn>
                <a:cxn ang="0">
                  <a:pos x="136" y="667"/>
                </a:cxn>
                <a:cxn ang="0">
                  <a:pos x="58" y="673"/>
                </a:cxn>
                <a:cxn ang="0">
                  <a:pos x="0" y="7"/>
                </a:cxn>
                <a:cxn ang="0">
                  <a:pos x="77" y="0"/>
                </a:cxn>
              </a:cxnLst>
              <a:rect l="0" t="0" r="r" b="b"/>
              <a:pathLst>
                <a:path w="136" h="673">
                  <a:moveTo>
                    <a:pt x="77" y="0"/>
                  </a:moveTo>
                  <a:lnTo>
                    <a:pt x="136" y="667"/>
                  </a:lnTo>
                  <a:lnTo>
                    <a:pt x="58" y="673"/>
                  </a:lnTo>
                  <a:lnTo>
                    <a:pt x="0" y="7"/>
                  </a:lnTo>
                  <a:lnTo>
                    <a:pt x="7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Rectangle 126"/>
            <p:cNvSpPr>
              <a:spLocks noChangeArrowheads="1"/>
            </p:cNvSpPr>
            <p:nvPr/>
          </p:nvSpPr>
          <p:spPr bwMode="ltGray">
            <a:xfrm>
              <a:off x="578" y="1896"/>
              <a:ext cx="77" cy="670"/>
            </a:xfrm>
            <a:prstGeom prst="rect">
              <a:avLst/>
            </a:prstGeom>
            <a:grpFill/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127"/>
            <p:cNvSpPr>
              <a:spLocks/>
            </p:cNvSpPr>
            <p:nvPr/>
          </p:nvSpPr>
          <p:spPr bwMode="ltGray">
            <a:xfrm>
              <a:off x="410" y="1889"/>
              <a:ext cx="135" cy="673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135" y="7"/>
                </a:cxn>
                <a:cxn ang="0">
                  <a:pos x="76" y="673"/>
                </a:cxn>
                <a:cxn ang="0">
                  <a:pos x="0" y="666"/>
                </a:cxn>
                <a:cxn ang="0">
                  <a:pos x="59" y="0"/>
                </a:cxn>
              </a:cxnLst>
              <a:rect l="0" t="0" r="r" b="b"/>
              <a:pathLst>
                <a:path w="135" h="673">
                  <a:moveTo>
                    <a:pt x="59" y="0"/>
                  </a:moveTo>
                  <a:lnTo>
                    <a:pt x="135" y="7"/>
                  </a:lnTo>
                  <a:lnTo>
                    <a:pt x="76" y="673"/>
                  </a:lnTo>
                  <a:lnTo>
                    <a:pt x="0" y="666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128"/>
            <p:cNvSpPr>
              <a:spLocks/>
            </p:cNvSpPr>
            <p:nvPr/>
          </p:nvSpPr>
          <p:spPr bwMode="ltGray">
            <a:xfrm>
              <a:off x="243" y="1872"/>
              <a:ext cx="192" cy="672"/>
            </a:xfrm>
            <a:custGeom>
              <a:avLst/>
              <a:gdLst/>
              <a:ahLst/>
              <a:cxnLst>
                <a:cxn ang="0">
                  <a:pos x="117" y="0"/>
                </a:cxn>
                <a:cxn ang="0">
                  <a:pos x="192" y="13"/>
                </a:cxn>
                <a:cxn ang="0">
                  <a:pos x="76" y="672"/>
                </a:cxn>
                <a:cxn ang="0">
                  <a:pos x="0" y="659"/>
                </a:cxn>
                <a:cxn ang="0">
                  <a:pos x="117" y="0"/>
                </a:cxn>
              </a:cxnLst>
              <a:rect l="0" t="0" r="r" b="b"/>
              <a:pathLst>
                <a:path w="192" h="672">
                  <a:moveTo>
                    <a:pt x="117" y="0"/>
                  </a:moveTo>
                  <a:lnTo>
                    <a:pt x="192" y="13"/>
                  </a:lnTo>
                  <a:lnTo>
                    <a:pt x="76" y="672"/>
                  </a:lnTo>
                  <a:lnTo>
                    <a:pt x="0" y="659"/>
                  </a:lnTo>
                  <a:lnTo>
                    <a:pt x="1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129"/>
            <p:cNvSpPr>
              <a:spLocks/>
            </p:cNvSpPr>
            <p:nvPr/>
          </p:nvSpPr>
          <p:spPr bwMode="ltGray">
            <a:xfrm>
              <a:off x="80" y="1845"/>
              <a:ext cx="247" cy="666"/>
            </a:xfrm>
            <a:custGeom>
              <a:avLst/>
              <a:gdLst/>
              <a:ahLst/>
              <a:cxnLst>
                <a:cxn ang="0">
                  <a:pos x="172" y="0"/>
                </a:cxn>
                <a:cxn ang="0">
                  <a:pos x="247" y="20"/>
                </a:cxn>
                <a:cxn ang="0">
                  <a:pos x="74" y="666"/>
                </a:cxn>
                <a:cxn ang="0">
                  <a:pos x="0" y="646"/>
                </a:cxn>
                <a:cxn ang="0">
                  <a:pos x="172" y="0"/>
                </a:cxn>
              </a:cxnLst>
              <a:rect l="0" t="0" r="r" b="b"/>
              <a:pathLst>
                <a:path w="247" h="666">
                  <a:moveTo>
                    <a:pt x="172" y="0"/>
                  </a:moveTo>
                  <a:lnTo>
                    <a:pt x="247" y="20"/>
                  </a:lnTo>
                  <a:lnTo>
                    <a:pt x="74" y="666"/>
                  </a:lnTo>
                  <a:lnTo>
                    <a:pt x="0" y="646"/>
                  </a:lnTo>
                  <a:lnTo>
                    <a:pt x="1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130"/>
            <p:cNvSpPr>
              <a:spLocks/>
            </p:cNvSpPr>
            <p:nvPr/>
          </p:nvSpPr>
          <p:spPr bwMode="ltGray">
            <a:xfrm>
              <a:off x="-80" y="1808"/>
              <a:ext cx="301" cy="656"/>
            </a:xfrm>
            <a:custGeom>
              <a:avLst/>
              <a:gdLst/>
              <a:ahLst/>
              <a:cxnLst>
                <a:cxn ang="0">
                  <a:pos x="229" y="0"/>
                </a:cxn>
                <a:cxn ang="0">
                  <a:pos x="301" y="27"/>
                </a:cxn>
                <a:cxn ang="0">
                  <a:pos x="72" y="656"/>
                </a:cxn>
                <a:cxn ang="0">
                  <a:pos x="0" y="629"/>
                </a:cxn>
                <a:cxn ang="0">
                  <a:pos x="229" y="0"/>
                </a:cxn>
              </a:cxnLst>
              <a:rect l="0" t="0" r="r" b="b"/>
              <a:pathLst>
                <a:path w="301" h="656">
                  <a:moveTo>
                    <a:pt x="229" y="0"/>
                  </a:moveTo>
                  <a:lnTo>
                    <a:pt x="301" y="27"/>
                  </a:lnTo>
                  <a:lnTo>
                    <a:pt x="72" y="656"/>
                  </a:lnTo>
                  <a:lnTo>
                    <a:pt x="0" y="629"/>
                  </a:lnTo>
                  <a:lnTo>
                    <a:pt x="2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131"/>
            <p:cNvSpPr>
              <a:spLocks/>
            </p:cNvSpPr>
            <p:nvPr/>
          </p:nvSpPr>
          <p:spPr bwMode="ltGray">
            <a:xfrm>
              <a:off x="-42" y="1764"/>
              <a:ext cx="160" cy="377"/>
            </a:xfrm>
            <a:custGeom>
              <a:avLst/>
              <a:gdLst>
                <a:gd name="connsiteX0" fmla="*/ 283 w 353"/>
                <a:gd name="connsiteY0" fmla="*/ 0 h 639"/>
                <a:gd name="connsiteX1" fmla="*/ 353 w 353"/>
                <a:gd name="connsiteY1" fmla="*/ 33 h 639"/>
                <a:gd name="connsiteX2" fmla="*/ 70 w 353"/>
                <a:gd name="connsiteY2" fmla="*/ 639 h 639"/>
                <a:gd name="connsiteX3" fmla="*/ 0 w 353"/>
                <a:gd name="connsiteY3" fmla="*/ 606 h 639"/>
                <a:gd name="connsiteX4" fmla="*/ 193 w 353"/>
                <a:gd name="connsiteY4" fmla="*/ 193 h 639"/>
                <a:gd name="connsiteX5" fmla="*/ 283 w 353"/>
                <a:gd name="connsiteY5" fmla="*/ 0 h 639"/>
                <a:gd name="connsiteX0" fmla="*/ 283 w 353"/>
                <a:gd name="connsiteY0" fmla="*/ 0 h 639"/>
                <a:gd name="connsiteX1" fmla="*/ 353 w 353"/>
                <a:gd name="connsiteY1" fmla="*/ 33 h 639"/>
                <a:gd name="connsiteX2" fmla="*/ 193 w 353"/>
                <a:gd name="connsiteY2" fmla="*/ 377 h 639"/>
                <a:gd name="connsiteX3" fmla="*/ 70 w 353"/>
                <a:gd name="connsiteY3" fmla="*/ 639 h 639"/>
                <a:gd name="connsiteX4" fmla="*/ 0 w 353"/>
                <a:gd name="connsiteY4" fmla="*/ 606 h 639"/>
                <a:gd name="connsiteX5" fmla="*/ 193 w 353"/>
                <a:gd name="connsiteY5" fmla="*/ 193 h 639"/>
                <a:gd name="connsiteX6" fmla="*/ 283 w 353"/>
                <a:gd name="connsiteY6" fmla="*/ 0 h 639"/>
                <a:gd name="connsiteX0" fmla="*/ 283 w 353"/>
                <a:gd name="connsiteY0" fmla="*/ 0 h 606"/>
                <a:gd name="connsiteX1" fmla="*/ 353 w 353"/>
                <a:gd name="connsiteY1" fmla="*/ 33 h 606"/>
                <a:gd name="connsiteX2" fmla="*/ 193 w 353"/>
                <a:gd name="connsiteY2" fmla="*/ 377 h 606"/>
                <a:gd name="connsiteX3" fmla="*/ 0 w 353"/>
                <a:gd name="connsiteY3" fmla="*/ 606 h 606"/>
                <a:gd name="connsiteX4" fmla="*/ 193 w 353"/>
                <a:gd name="connsiteY4" fmla="*/ 193 h 606"/>
                <a:gd name="connsiteX5" fmla="*/ 283 w 353"/>
                <a:gd name="connsiteY5" fmla="*/ 0 h 606"/>
                <a:gd name="connsiteX0" fmla="*/ 90 w 160"/>
                <a:gd name="connsiteY0" fmla="*/ 0 h 377"/>
                <a:gd name="connsiteX1" fmla="*/ 160 w 160"/>
                <a:gd name="connsiteY1" fmla="*/ 33 h 377"/>
                <a:gd name="connsiteX2" fmla="*/ 0 w 160"/>
                <a:gd name="connsiteY2" fmla="*/ 377 h 377"/>
                <a:gd name="connsiteX3" fmla="*/ 0 w 160"/>
                <a:gd name="connsiteY3" fmla="*/ 193 h 377"/>
                <a:gd name="connsiteX4" fmla="*/ 90 w 160"/>
                <a:gd name="connsiteY4" fmla="*/ 0 h 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" h="377">
                  <a:moveTo>
                    <a:pt x="90" y="0"/>
                  </a:moveTo>
                  <a:lnTo>
                    <a:pt x="160" y="33"/>
                  </a:lnTo>
                  <a:cubicBezTo>
                    <a:pt x="107" y="148"/>
                    <a:pt x="53" y="262"/>
                    <a:pt x="0" y="377"/>
                  </a:cubicBezTo>
                  <a:lnTo>
                    <a:pt x="0" y="193"/>
                  </a:lnTo>
                  <a:cubicBezTo>
                    <a:pt x="30" y="129"/>
                    <a:pt x="60" y="64"/>
                    <a:pt x="9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132"/>
            <p:cNvSpPr>
              <a:spLocks/>
            </p:cNvSpPr>
            <p:nvPr/>
          </p:nvSpPr>
          <p:spPr bwMode="ltGray">
            <a:xfrm>
              <a:off x="-42" y="1714"/>
              <a:ext cx="60" cy="136"/>
            </a:xfrm>
            <a:custGeom>
              <a:avLst/>
              <a:gdLst>
                <a:gd name="connsiteX0" fmla="*/ 334 w 400"/>
                <a:gd name="connsiteY0" fmla="*/ 96 h 714"/>
                <a:gd name="connsiteX1" fmla="*/ 400 w 400"/>
                <a:gd name="connsiteY1" fmla="*/ 135 h 714"/>
                <a:gd name="connsiteX2" fmla="*/ 66 w 400"/>
                <a:gd name="connsiteY2" fmla="*/ 714 h 714"/>
                <a:gd name="connsiteX3" fmla="*/ 0 w 400"/>
                <a:gd name="connsiteY3" fmla="*/ 676 h 714"/>
                <a:gd name="connsiteX4" fmla="*/ 334 w 400"/>
                <a:gd name="connsiteY4" fmla="*/ 96 h 714"/>
                <a:gd name="connsiteX5" fmla="*/ 341 w 400"/>
                <a:gd name="connsiteY5" fmla="*/ 100 h 714"/>
                <a:gd name="connsiteX0" fmla="*/ 334 w 400"/>
                <a:gd name="connsiteY0" fmla="*/ 96 h 714"/>
                <a:gd name="connsiteX1" fmla="*/ 400 w 400"/>
                <a:gd name="connsiteY1" fmla="*/ 135 h 714"/>
                <a:gd name="connsiteX2" fmla="*/ 340 w 400"/>
                <a:gd name="connsiteY2" fmla="*/ 236 h 714"/>
                <a:gd name="connsiteX3" fmla="*/ 66 w 400"/>
                <a:gd name="connsiteY3" fmla="*/ 714 h 714"/>
                <a:gd name="connsiteX4" fmla="*/ 0 w 400"/>
                <a:gd name="connsiteY4" fmla="*/ 676 h 714"/>
                <a:gd name="connsiteX5" fmla="*/ 334 w 400"/>
                <a:gd name="connsiteY5" fmla="*/ 96 h 714"/>
                <a:gd name="connsiteX6" fmla="*/ 341 w 400"/>
                <a:gd name="connsiteY6" fmla="*/ 100 h 714"/>
                <a:gd name="connsiteX7" fmla="*/ 334 w 400"/>
                <a:gd name="connsiteY7" fmla="*/ 96 h 714"/>
                <a:gd name="connsiteX0" fmla="*/ 341 w 400"/>
                <a:gd name="connsiteY0" fmla="*/ 100 h 714"/>
                <a:gd name="connsiteX1" fmla="*/ 400 w 400"/>
                <a:gd name="connsiteY1" fmla="*/ 135 h 714"/>
                <a:gd name="connsiteX2" fmla="*/ 340 w 400"/>
                <a:gd name="connsiteY2" fmla="*/ 236 h 714"/>
                <a:gd name="connsiteX3" fmla="*/ 66 w 400"/>
                <a:gd name="connsiteY3" fmla="*/ 714 h 714"/>
                <a:gd name="connsiteX4" fmla="*/ 0 w 400"/>
                <a:gd name="connsiteY4" fmla="*/ 676 h 714"/>
                <a:gd name="connsiteX5" fmla="*/ 334 w 400"/>
                <a:gd name="connsiteY5" fmla="*/ 96 h 714"/>
                <a:gd name="connsiteX6" fmla="*/ 341 w 400"/>
                <a:gd name="connsiteY6" fmla="*/ 100 h 714"/>
                <a:gd name="connsiteX0" fmla="*/ 341 w 400"/>
                <a:gd name="connsiteY0" fmla="*/ 0 h 614"/>
                <a:gd name="connsiteX1" fmla="*/ 400 w 400"/>
                <a:gd name="connsiteY1" fmla="*/ 35 h 614"/>
                <a:gd name="connsiteX2" fmla="*/ 340 w 400"/>
                <a:gd name="connsiteY2" fmla="*/ 136 h 614"/>
                <a:gd name="connsiteX3" fmla="*/ 66 w 400"/>
                <a:gd name="connsiteY3" fmla="*/ 614 h 614"/>
                <a:gd name="connsiteX4" fmla="*/ 0 w 400"/>
                <a:gd name="connsiteY4" fmla="*/ 576 h 614"/>
                <a:gd name="connsiteX5" fmla="*/ 341 w 400"/>
                <a:gd name="connsiteY5" fmla="*/ 0 h 614"/>
                <a:gd name="connsiteX0" fmla="*/ 341 w 400"/>
                <a:gd name="connsiteY0" fmla="*/ 0 h 614"/>
                <a:gd name="connsiteX1" fmla="*/ 400 w 400"/>
                <a:gd name="connsiteY1" fmla="*/ 35 h 614"/>
                <a:gd name="connsiteX2" fmla="*/ 340 w 400"/>
                <a:gd name="connsiteY2" fmla="*/ 136 h 614"/>
                <a:gd name="connsiteX3" fmla="*/ 66 w 400"/>
                <a:gd name="connsiteY3" fmla="*/ 614 h 614"/>
                <a:gd name="connsiteX4" fmla="*/ 0 w 400"/>
                <a:gd name="connsiteY4" fmla="*/ 576 h 614"/>
                <a:gd name="connsiteX5" fmla="*/ 341 w 400"/>
                <a:gd name="connsiteY5" fmla="*/ 0 h 614"/>
                <a:gd name="connsiteX0" fmla="*/ 275 w 334"/>
                <a:gd name="connsiteY0" fmla="*/ 0 h 614"/>
                <a:gd name="connsiteX1" fmla="*/ 334 w 334"/>
                <a:gd name="connsiteY1" fmla="*/ 35 h 614"/>
                <a:gd name="connsiteX2" fmla="*/ 274 w 334"/>
                <a:gd name="connsiteY2" fmla="*/ 136 h 614"/>
                <a:gd name="connsiteX3" fmla="*/ 0 w 334"/>
                <a:gd name="connsiteY3" fmla="*/ 614 h 614"/>
                <a:gd name="connsiteX4" fmla="*/ 275 w 334"/>
                <a:gd name="connsiteY4" fmla="*/ 0 h 614"/>
                <a:gd name="connsiteX0" fmla="*/ 1 w 60"/>
                <a:gd name="connsiteY0" fmla="*/ 0 h 136"/>
                <a:gd name="connsiteX1" fmla="*/ 60 w 60"/>
                <a:gd name="connsiteY1" fmla="*/ 35 h 136"/>
                <a:gd name="connsiteX2" fmla="*/ 0 w 60"/>
                <a:gd name="connsiteY2" fmla="*/ 136 h 136"/>
                <a:gd name="connsiteX3" fmla="*/ 1 w 60"/>
                <a:gd name="connsiteY3" fmla="*/ 0 h 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" h="136">
                  <a:moveTo>
                    <a:pt x="1" y="0"/>
                  </a:moveTo>
                  <a:lnTo>
                    <a:pt x="60" y="35"/>
                  </a:lnTo>
                  <a:cubicBezTo>
                    <a:pt x="40" y="69"/>
                    <a:pt x="20" y="102"/>
                    <a:pt x="0" y="136"/>
                  </a:cubicBezTo>
                  <a:cubicBezTo>
                    <a:pt x="0" y="91"/>
                    <a:pt x="1" y="45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16152" y="0"/>
            <a:ext cx="7470648" cy="9875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black">
          <a:xfrm>
            <a:off x="457200" y="1188720"/>
            <a:ext cx="8229600" cy="4907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8056" y="6364224"/>
            <a:ext cx="21854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algn="r" eaLnBrk="1" latinLnBrk="0" hangingPunct="1"/>
            <a:fld id="{54AB02A5-4FE5-49D9-9E24-09F23B90C450}" type="datetimeFigureOut">
              <a:rPr lang="en-US" smtClean="0"/>
              <a:pPr algn="r" eaLnBrk="1" latinLnBrk="0" hangingPunct="1"/>
              <a:t>7/10/2025</a:t>
            </a:fld>
            <a:endParaRPr lang="en-US" sz="120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0048" y="6364224"/>
            <a:ext cx="53126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kumimoji="0" lang="en-US" sz="1200">
              <a:solidFill>
                <a:schemeClr val="bg2">
                  <a:shade val="50000"/>
                </a:schemeClr>
              </a:solidFill>
              <a:effectLst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4152" y="6364224"/>
            <a:ext cx="612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ctr" eaLnBrk="1" latinLnBrk="0" hangingPunct="1"/>
            <a:fld id="{6294C92D-0306-4E69-9CD3-20855E849650}" type="slidenum">
              <a:rPr kumimoji="0" lang="en-US" smtClean="0"/>
              <a:pPr algn="ctr" eaLnBrk="1" latinLnBrk="0" hangingPunct="1"/>
              <a:t>‹№›</a:t>
            </a:fld>
            <a:endParaRPr kumimoji="0" lang="en-US" sz="1200">
              <a:solidFill>
                <a:schemeClr val="bg2">
                  <a:shade val="50000"/>
                </a:schemeClr>
              </a:solidFill>
              <a:effectLst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 cap="none" spc="0">
          <a:ln w="18415" cmpd="sng">
            <a:noFill/>
            <a:prstDash val="solid"/>
          </a:ln>
          <a:solidFill>
            <a:srgbClr val="FFFFFF"/>
          </a:solidFill>
          <a:effectLst>
            <a:outerShdw blurRad="63500" dir="3600000" algn="tl" rotWithShape="0">
              <a:srgbClr val="000000">
                <a:alpha val="70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2">
            <a:lumMod val="60000"/>
            <a:lumOff val="40000"/>
          </a:schemeClr>
        </a:buClr>
        <a:buSzPct val="80000"/>
        <a:buFont typeface="Wingdings 2" pitchFamily="18" charset="2"/>
        <a:buChar char="¤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3">
            <a:lumMod val="60000"/>
            <a:lumOff val="40000"/>
          </a:schemeClr>
        </a:buClr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60000"/>
            <a:lumOff val="40000"/>
          </a:schemeClr>
        </a:buClr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5">
            <a:lumMod val="60000"/>
            <a:lumOff val="40000"/>
          </a:schemeClr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6">
            <a:lumMod val="60000"/>
            <a:lumOff val="40000"/>
          </a:schemeClr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5576" y="0"/>
            <a:ext cx="7470648" cy="1470025"/>
          </a:xfrm>
        </p:spPr>
        <p:txBody>
          <a:bodyPr/>
          <a:lstStyle/>
          <a:p>
            <a:pPr algn="ctr"/>
            <a:endParaRPr lang="ru-RU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5" name="Рисунок 4" descr="Ферма.jpg"/>
          <p:cNvPicPr>
            <a:picLocks noChangeAspect="1"/>
          </p:cNvPicPr>
          <p:nvPr/>
        </p:nvPicPr>
        <p:blipFill>
          <a:blip r:embed="rId3" cstate="screen"/>
          <a:srcRect/>
          <a:stretch>
            <a:fillRect/>
          </a:stretch>
        </p:blipFill>
        <p:spPr>
          <a:xfrm rot="20432702">
            <a:off x="978596" y="2824961"/>
            <a:ext cx="7074568" cy="23705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6676" y="0"/>
            <a:ext cx="7470648" cy="987552"/>
          </a:xfrm>
        </p:spPr>
        <p:txBody>
          <a:bodyPr/>
          <a:lstStyle/>
          <a:p>
            <a:pPr algn="ctr"/>
            <a:r>
              <a:rPr lang="uk-UA" dirty="0"/>
              <a:t>Індики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6676" y="0"/>
            <a:ext cx="7470648" cy="987552"/>
          </a:xfrm>
        </p:spPr>
        <p:txBody>
          <a:bodyPr/>
          <a:lstStyle/>
          <a:p>
            <a:pPr algn="ctr"/>
            <a:r>
              <a:rPr lang="uk-UA" dirty="0"/>
              <a:t>Кролики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46004" y="0"/>
            <a:ext cx="4651992" cy="764704"/>
          </a:xfrm>
        </p:spPr>
        <p:txBody>
          <a:bodyPr>
            <a:normAutofit/>
          </a:bodyPr>
          <a:lstStyle/>
          <a:p>
            <a:pPr algn="ctr"/>
            <a:r>
              <a:rPr lang="uk-UA" dirty="0"/>
              <a:t>Кінь</a:t>
            </a:r>
            <a:endParaRPr lang="ru-RU" dirty="0"/>
          </a:p>
        </p:txBody>
      </p:sp>
      <p:pic>
        <p:nvPicPr>
          <p:cNvPr id="8" name="Рисунок 7" descr="кінь.jpg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0" y="1685925"/>
            <a:ext cx="7620000" cy="51720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75856" y="0"/>
            <a:ext cx="2592288" cy="764704"/>
          </a:xfrm>
        </p:spPr>
        <p:txBody>
          <a:bodyPr/>
          <a:lstStyle/>
          <a:p>
            <a:pPr algn="ctr"/>
            <a:r>
              <a:rPr lang="uk-UA" dirty="0"/>
              <a:t>Поросята</a:t>
            </a:r>
            <a:endParaRPr lang="ru-RU" dirty="0"/>
          </a:p>
        </p:txBody>
      </p:sp>
      <p:pic>
        <p:nvPicPr>
          <p:cNvPr id="9" name="Рисунок 8" descr="Порося1.jpg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2339752" y="2924944"/>
            <a:ext cx="3240360" cy="2160240"/>
          </a:xfrm>
          <a:prstGeom prst="rect">
            <a:avLst/>
          </a:prstGeom>
        </p:spPr>
      </p:pic>
      <p:pic>
        <p:nvPicPr>
          <p:cNvPr id="10" name="Рисунок 9" descr="Порося2.jpg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5148064" y="2636912"/>
            <a:ext cx="3024336" cy="2173742"/>
          </a:xfrm>
          <a:prstGeom prst="rect">
            <a:avLst/>
          </a:prstGeom>
        </p:spPr>
      </p:pic>
      <p:pic>
        <p:nvPicPr>
          <p:cNvPr id="11" name="Рисунок 10" descr="Порося3.jpg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3347864" y="3645024"/>
            <a:ext cx="3312368" cy="2234312"/>
          </a:xfrm>
          <a:prstGeom prst="rect">
            <a:avLst/>
          </a:prstGeom>
        </p:spPr>
      </p:pic>
      <p:pic>
        <p:nvPicPr>
          <p:cNvPr id="12" name="Рисунок 11" descr="Порося4.jpg"/>
          <p:cNvPicPr>
            <a:picLocks noChangeAspect="1"/>
          </p:cNvPicPr>
          <p:nvPr/>
        </p:nvPicPr>
        <p:blipFill>
          <a:blip r:embed="rId6" cstate="screen"/>
          <a:stretch>
            <a:fillRect/>
          </a:stretch>
        </p:blipFill>
        <p:spPr>
          <a:xfrm>
            <a:off x="5796136" y="3933056"/>
            <a:ext cx="3073773" cy="23762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73996" y="0"/>
            <a:ext cx="4796008" cy="764704"/>
          </a:xfrm>
        </p:spPr>
        <p:txBody>
          <a:bodyPr/>
          <a:lstStyle/>
          <a:p>
            <a:pPr algn="ctr"/>
            <a:r>
              <a:rPr lang="uk-UA" dirty="0"/>
              <a:t>Гуси</a:t>
            </a:r>
            <a:endParaRPr lang="ru-RU" dirty="0"/>
          </a:p>
        </p:txBody>
      </p:sp>
      <p:pic>
        <p:nvPicPr>
          <p:cNvPr id="11" name="Рисунок 10" descr="Гусак3.jpeg"/>
          <p:cNvPicPr>
            <a:picLocks noChangeAspect="1"/>
          </p:cNvPicPr>
          <p:nvPr/>
        </p:nvPicPr>
        <p:blipFill>
          <a:blip r:embed="rId3" cstate="screen"/>
          <a:srcRect/>
          <a:stretch>
            <a:fillRect/>
          </a:stretch>
        </p:blipFill>
        <p:spPr>
          <a:xfrm>
            <a:off x="6191672" y="2132856"/>
            <a:ext cx="2952328" cy="2952328"/>
          </a:xfrm>
          <a:prstGeom prst="rect">
            <a:avLst/>
          </a:prstGeom>
        </p:spPr>
      </p:pic>
      <p:pic>
        <p:nvPicPr>
          <p:cNvPr id="15" name="Рисунок 14" descr="Гусак2.jpeg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3134249" y="2924944"/>
            <a:ext cx="2875503" cy="2160240"/>
          </a:xfrm>
          <a:prstGeom prst="rect">
            <a:avLst/>
          </a:prstGeom>
        </p:spPr>
      </p:pic>
      <p:pic>
        <p:nvPicPr>
          <p:cNvPr id="16" name="Рисунок 15" descr="Гусак1.jpg"/>
          <p:cNvPicPr>
            <a:picLocks noChangeAspect="1"/>
          </p:cNvPicPr>
          <p:nvPr/>
        </p:nvPicPr>
        <p:blipFill>
          <a:blip r:embed="rId5" cstate="screen"/>
          <a:srcRect/>
          <a:stretch>
            <a:fillRect/>
          </a:stretch>
        </p:blipFill>
        <p:spPr>
          <a:xfrm>
            <a:off x="539552" y="764704"/>
            <a:ext cx="2808312" cy="26628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14056" y="0"/>
            <a:ext cx="3715888" cy="764704"/>
          </a:xfrm>
        </p:spPr>
        <p:txBody>
          <a:bodyPr/>
          <a:lstStyle/>
          <a:p>
            <a:pPr algn="ctr"/>
            <a:r>
              <a:rPr lang="uk-UA" dirty="0"/>
              <a:t>Вівці на лугу</a:t>
            </a:r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14056" y="0"/>
            <a:ext cx="3715888" cy="764704"/>
          </a:xfrm>
        </p:spPr>
        <p:txBody>
          <a:bodyPr/>
          <a:lstStyle/>
          <a:p>
            <a:pPr algn="ctr"/>
            <a:r>
              <a:rPr lang="uk-UA" dirty="0"/>
              <a:t>Яйце</a:t>
            </a:r>
            <a:endParaRPr lang="ru-RU" dirty="0"/>
          </a:p>
        </p:txBody>
      </p:sp>
      <p:pic>
        <p:nvPicPr>
          <p:cNvPr id="4" name="Рисунок 3" descr="яйце.png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5152782" y="4165085"/>
            <a:ext cx="1507450" cy="15393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14056" y="0"/>
            <a:ext cx="3715888" cy="764704"/>
          </a:xfrm>
        </p:spPr>
        <p:txBody>
          <a:bodyPr/>
          <a:lstStyle/>
          <a:p>
            <a:pPr algn="ctr"/>
            <a:r>
              <a:rPr lang="uk-UA" dirty="0"/>
              <a:t>Курча</a:t>
            </a:r>
            <a:endParaRPr lang="ru-RU" dirty="0"/>
          </a:p>
        </p:txBody>
      </p:sp>
      <p:pic>
        <p:nvPicPr>
          <p:cNvPr id="5" name="Рисунок 4" descr="циплятко.png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251520" y="3789040"/>
            <a:ext cx="1300719" cy="2097410"/>
          </a:xfrm>
          <a:prstGeom prst="rect">
            <a:avLst/>
          </a:prstGeom>
        </p:spPr>
      </p:pic>
      <p:pic>
        <p:nvPicPr>
          <p:cNvPr id="7" name="Рисунок 6" descr="циплятко.png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6084168" y="2780928"/>
            <a:ext cx="1300719" cy="20974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66864" y="0"/>
            <a:ext cx="4810272" cy="764704"/>
          </a:xfrm>
        </p:spPr>
        <p:txBody>
          <a:bodyPr>
            <a:normAutofit/>
          </a:bodyPr>
          <a:lstStyle/>
          <a:p>
            <a:pPr algn="ctr"/>
            <a:r>
              <a:rPr lang="uk-UA" dirty="0"/>
              <a:t>Курка, курча, яйце</a:t>
            </a:r>
            <a:endParaRPr lang="ru-RU" dirty="0"/>
          </a:p>
        </p:txBody>
      </p:sp>
      <p:pic>
        <p:nvPicPr>
          <p:cNvPr id="6" name="Рисунок 5" descr="курка.png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403648" y="1412776"/>
            <a:ext cx="3451452" cy="3789039"/>
          </a:xfrm>
          <a:prstGeom prst="rect">
            <a:avLst/>
          </a:prstGeom>
        </p:spPr>
      </p:pic>
      <p:pic>
        <p:nvPicPr>
          <p:cNvPr id="7" name="Рисунок 6" descr="курка.png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4788024" y="1700808"/>
            <a:ext cx="3451452" cy="3789039"/>
          </a:xfrm>
          <a:prstGeom prst="rect">
            <a:avLst/>
          </a:prstGeom>
        </p:spPr>
      </p:pic>
      <p:pic>
        <p:nvPicPr>
          <p:cNvPr id="8" name="Рисунок 7" descr="курка.png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3275856" y="2564904"/>
            <a:ext cx="3451452" cy="37890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14056" y="0"/>
            <a:ext cx="4522240" cy="764704"/>
          </a:xfrm>
        </p:spPr>
        <p:txBody>
          <a:bodyPr>
            <a:normAutofit/>
          </a:bodyPr>
          <a:lstStyle/>
          <a:p>
            <a:pPr algn="ctr"/>
            <a:r>
              <a:rPr lang="uk-UA" dirty="0"/>
              <a:t>Кіт і собака разом?</a:t>
            </a:r>
            <a:endParaRPr lang="ru-RU" dirty="0"/>
          </a:p>
        </p:txBody>
      </p:sp>
      <p:pic>
        <p:nvPicPr>
          <p:cNvPr id="7" name="Рисунок 6" descr="кіт+собака.png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187624" y="881662"/>
            <a:ext cx="6862340" cy="59763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S_RU_blue_Universal">
  <a:themeElements>
    <a:clrScheme name="Korea03">
      <a:dk1>
        <a:srgbClr val="000000"/>
      </a:dk1>
      <a:lt1>
        <a:srgbClr val="FFFFFF"/>
      </a:lt1>
      <a:dk2>
        <a:srgbClr val="0362B9"/>
      </a:dk2>
      <a:lt2>
        <a:srgbClr val="BCE7FA"/>
      </a:lt2>
      <a:accent1>
        <a:srgbClr val="3DB5DB"/>
      </a:accent1>
      <a:accent2>
        <a:srgbClr val="DF9B29"/>
      </a:accent2>
      <a:accent3>
        <a:srgbClr val="6699FF"/>
      </a:accent3>
      <a:accent4>
        <a:srgbClr val="D361AA"/>
      </a:accent4>
      <a:accent5>
        <a:srgbClr val="A3D75D"/>
      </a:accent5>
      <a:accent6>
        <a:srgbClr val="D36161"/>
      </a:accent6>
      <a:hlink>
        <a:srgbClr val="FF9933"/>
      </a:hlink>
      <a:folHlink>
        <a:srgbClr val="FF3399"/>
      </a:folHlink>
    </a:clrScheme>
    <a:fontScheme name="Korea03">
      <a:majorFont>
        <a:latin typeface="Corbel"/>
        <a:ea typeface=""/>
        <a:cs typeface=""/>
        <a:font script="Jpan" typeface="HG創英角ｺﾞｼｯｸUB"/>
        <a:font script="Hang" typeface="맑은 고딕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w Cen MT"/>
        <a:ea typeface=""/>
        <a:cs typeface=""/>
        <a:font script="Jpan" typeface="HGｺﾞｼｯｸE"/>
        <a:font script="Hang" typeface="휴먼모음T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Korea03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hade val="100000"/>
                <a:satMod val="115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rgbClr val="000000">
                <a:alpha val="48000"/>
              </a:srgbClr>
            </a:outerShdw>
          </a:effectLst>
        </a:effectStyle>
        <a:effectStyle>
          <a:effectLst>
            <a:outerShdw blurRad="57150" dist="38100" dir="5400000" algn="ctr" rotWithShape="0">
              <a:srgbClr val="000000">
                <a:alpha val="48000"/>
              </a:srgbClr>
            </a:outerShdw>
          </a:effectLst>
        </a:effectStyle>
        <a:effectStyle>
          <a:effectLst>
            <a:outerShdw blurRad="57150" dist="3810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TS010271171</Template>
  <TotalTime>0</TotalTime>
  <Words>172</Words>
  <Application>Microsoft Office PowerPoint</Application>
  <PresentationFormat>Екран (4:3)</PresentationFormat>
  <Paragraphs>34</Paragraphs>
  <Slides>12</Slides>
  <Notes>12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12</vt:i4>
      </vt:variant>
    </vt:vector>
  </HeadingPairs>
  <TitlesOfParts>
    <vt:vector size="19" baseType="lpstr">
      <vt:lpstr>Arial</vt:lpstr>
      <vt:lpstr>Calibri</vt:lpstr>
      <vt:lpstr>Corbel</vt:lpstr>
      <vt:lpstr>Tw Cen MT</vt:lpstr>
      <vt:lpstr>Wingdings</vt:lpstr>
      <vt:lpstr>Wingdings 2</vt:lpstr>
      <vt:lpstr>MS_RU_blue_Universal</vt:lpstr>
      <vt:lpstr>Презентація PowerPoint</vt:lpstr>
      <vt:lpstr>Індики</vt:lpstr>
      <vt:lpstr>Кролики</vt:lpstr>
      <vt:lpstr>Кінь</vt:lpstr>
      <vt:lpstr>Поросята</vt:lpstr>
      <vt:lpstr>Гуси</vt:lpstr>
      <vt:lpstr>Вівці на лугу</vt:lpstr>
      <vt:lpstr>Яйце</vt:lpstr>
      <vt:lpstr>Курча</vt:lpstr>
      <vt:lpstr>Курка, курча, яйце</vt:lpstr>
      <vt:lpstr>Кіт і собака разом?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Teacher</cp:lastModifiedBy>
  <cp:revision>2</cp:revision>
  <dcterms:created xsi:type="dcterms:W3CDTF">2014-04-12T15:56:18Z</dcterms:created>
  <dcterms:modified xsi:type="dcterms:W3CDTF">2025-07-10T12:26:55Z</dcterms:modified>
</cp:coreProperties>
</file>