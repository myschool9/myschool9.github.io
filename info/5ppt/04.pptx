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9" r:id="rId4"/>
    <p:sldId id="258" r:id="rId5"/>
    <p:sldId id="260" r:id="rId6"/>
    <p:sldId id="261" r:id="rId7"/>
    <p:sldId id="265" r:id="rId8"/>
    <p:sldId id="263" r:id="rId9"/>
    <p:sldId id="266" r:id="rId10"/>
  </p:sldIdLst>
  <p:sldSz cx="12192000" cy="6858000"/>
  <p:notesSz cx="6946900" cy="92837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0" autoAdjust="0"/>
    <p:restoredTop sz="94600" autoAdjust="0"/>
  </p:normalViewPr>
  <p:slideViewPr>
    <p:cSldViewPr>
      <p:cViewPr varScale="1">
        <p:scale>
          <a:sx n="79" d="100"/>
          <a:sy n="79" d="100"/>
        </p:scale>
        <p:origin x="821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99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38" tIns="46368" rIns="92738" bIns="46368" numCol="1" anchor="t" anchorCtr="0" compatLnSpc="1">
            <a:prstTxWarp prst="textNoShape">
              <a:avLst/>
            </a:prstTxWarp>
          </a:bodyPr>
          <a:lstStyle>
            <a:lvl1pPr defTabSz="925513" eaLnBrk="0" hangingPunct="0">
              <a:defRPr sz="1200" b="0">
                <a:latin typeface="Times New Roman" pitchFamily="18" charset="0"/>
              </a:defRPr>
            </a:lvl1pPr>
          </a:lstStyle>
          <a:p>
            <a:endParaRPr lang="ru-RU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37000" y="0"/>
            <a:ext cx="30099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38" tIns="46368" rIns="92738" bIns="46368" numCol="1" anchor="t" anchorCtr="0" compatLnSpc="1">
            <a:prstTxWarp prst="textNoShape">
              <a:avLst/>
            </a:prstTxWarp>
          </a:bodyPr>
          <a:lstStyle>
            <a:lvl1pPr algn="r" defTabSz="925513" eaLnBrk="0" hangingPunct="0">
              <a:defRPr sz="1200" b="0">
                <a:latin typeface="Times New Roman" pitchFamily="18" charset="0"/>
              </a:defRPr>
            </a:lvl1pPr>
          </a:lstStyle>
          <a:p>
            <a:endParaRPr lang="ru-RU"/>
          </a:p>
        </p:txBody>
      </p:sp>
      <p:sp>
        <p:nvSpPr>
          <p:cNvPr id="266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099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38" tIns="46368" rIns="92738" bIns="46368" numCol="1" anchor="b" anchorCtr="0" compatLnSpc="1">
            <a:prstTxWarp prst="textNoShape">
              <a:avLst/>
            </a:prstTxWarp>
          </a:bodyPr>
          <a:lstStyle>
            <a:lvl1pPr defTabSz="925513" eaLnBrk="0" hangingPunct="0">
              <a:defRPr sz="1200" b="0">
                <a:latin typeface="Times New Roman" pitchFamily="18" charset="0"/>
              </a:defRPr>
            </a:lvl1pPr>
          </a:lstStyle>
          <a:p>
            <a:endParaRPr lang="ru-RU"/>
          </a:p>
        </p:txBody>
      </p:sp>
      <p:sp>
        <p:nvSpPr>
          <p:cNvPr id="266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37000" y="8820150"/>
            <a:ext cx="30099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38" tIns="46368" rIns="92738" bIns="46368" numCol="1" anchor="b" anchorCtr="0" compatLnSpc="1">
            <a:prstTxWarp prst="textNoShape">
              <a:avLst/>
            </a:prstTxWarp>
          </a:bodyPr>
          <a:lstStyle>
            <a:lvl1pPr algn="r" defTabSz="925513" eaLnBrk="0" hangingPunct="0">
              <a:defRPr sz="1200" b="0">
                <a:latin typeface="Times New Roman" pitchFamily="18" charset="0"/>
              </a:defRPr>
            </a:lvl1pPr>
          </a:lstStyle>
          <a:p>
            <a:fld id="{6F849F20-8272-43BE-A1F0-3BF960B1A6A5}" type="slidenum">
              <a:rPr lang="ru-RU"/>
              <a:pPr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99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38" tIns="46368" rIns="92738" bIns="46368" numCol="1" anchor="t" anchorCtr="0" compatLnSpc="1">
            <a:prstTxWarp prst="textNoShape">
              <a:avLst/>
            </a:prstTxWarp>
          </a:bodyPr>
          <a:lstStyle>
            <a:lvl1pPr defTabSz="925513" eaLnBrk="0" hangingPunct="0">
              <a:defRPr sz="1200" b="0">
                <a:latin typeface="Times New Roman" pitchFamily="18" charset="0"/>
              </a:defRPr>
            </a:lvl1pPr>
          </a:lstStyle>
          <a:p>
            <a:endParaRPr lang="ru-RU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37000" y="0"/>
            <a:ext cx="30099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38" tIns="46368" rIns="92738" bIns="46368" numCol="1" anchor="t" anchorCtr="0" compatLnSpc="1">
            <a:prstTxWarp prst="textNoShape">
              <a:avLst/>
            </a:prstTxWarp>
          </a:bodyPr>
          <a:lstStyle>
            <a:lvl1pPr algn="r" defTabSz="925513" eaLnBrk="0" hangingPunct="0">
              <a:defRPr sz="1200" b="0">
                <a:latin typeface="Times New Roman" pitchFamily="18" charset="0"/>
              </a:defRPr>
            </a:lvl1pPr>
          </a:lstStyle>
          <a:p>
            <a:endParaRPr lang="ru-RU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79413" y="696913"/>
            <a:ext cx="6188075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5513" y="4410075"/>
            <a:ext cx="50958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38" tIns="46368" rIns="92738" bIns="4636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099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38" tIns="46368" rIns="92738" bIns="46368" numCol="1" anchor="b" anchorCtr="0" compatLnSpc="1">
            <a:prstTxWarp prst="textNoShape">
              <a:avLst/>
            </a:prstTxWarp>
          </a:bodyPr>
          <a:lstStyle>
            <a:lvl1pPr defTabSz="925513" eaLnBrk="0" hangingPunct="0">
              <a:defRPr sz="1200" b="0">
                <a:latin typeface="Times New Roman" pitchFamily="18" charset="0"/>
              </a:defRPr>
            </a:lvl1pPr>
          </a:lstStyle>
          <a:p>
            <a:endParaRPr lang="ru-RU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37000" y="8820150"/>
            <a:ext cx="30099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738" tIns="46368" rIns="92738" bIns="46368" numCol="1" anchor="b" anchorCtr="0" compatLnSpc="1">
            <a:prstTxWarp prst="textNoShape">
              <a:avLst/>
            </a:prstTxWarp>
          </a:bodyPr>
          <a:lstStyle>
            <a:lvl1pPr algn="r" defTabSz="925513" eaLnBrk="0" hangingPunct="0">
              <a:defRPr sz="1200" b="0">
                <a:latin typeface="Times New Roman" pitchFamily="18" charset="0"/>
              </a:defRPr>
            </a:lvl1pPr>
          </a:lstStyle>
          <a:p>
            <a:fld id="{C24B1D8C-029E-4AC0-B2D5-4CB9930AA4E6}" type="slidenum">
              <a:rPr lang="ru-RU"/>
              <a:pPr/>
              <a:t>‹№›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79413" y="696913"/>
            <a:ext cx="6188075" cy="3481387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4B1D8C-029E-4AC0-B2D5-4CB9930AA4E6}" type="slidenum">
              <a:rPr lang="ru-RU" smtClean="0"/>
              <a:pPr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79413" y="696913"/>
            <a:ext cx="6188075" cy="3481387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4B1D8C-029E-4AC0-B2D5-4CB9930AA4E6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79413" y="696913"/>
            <a:ext cx="6188075" cy="3481387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4B1D8C-029E-4AC0-B2D5-4CB9930AA4E6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79413" y="696913"/>
            <a:ext cx="6188075" cy="3481387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4B1D8C-029E-4AC0-B2D5-4CB9930AA4E6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79413" y="696913"/>
            <a:ext cx="6188075" cy="3481387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4B1D8C-029E-4AC0-B2D5-4CB9930AA4E6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8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3251200" y="2133601"/>
            <a:ext cx="7416800" cy="1774825"/>
          </a:xfrm>
        </p:spPr>
        <p:txBody>
          <a:bodyPr/>
          <a:lstStyle>
            <a:lvl1pPr>
              <a:lnSpc>
                <a:spcPct val="100000"/>
              </a:lnSpc>
              <a:defRPr sz="4800"/>
            </a:lvl1pPr>
          </a:lstStyle>
          <a:p>
            <a:r>
              <a:rPr lang="uk-UA"/>
              <a:t>Зразок заголовка</a:t>
            </a:r>
            <a:endParaRPr lang="ru-RU"/>
          </a:p>
        </p:txBody>
      </p:sp>
      <p:sp>
        <p:nvSpPr>
          <p:cNvPr id="3089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251200" y="3962400"/>
            <a:ext cx="7416800" cy="9906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uk-UA"/>
              <a:t>Зразок підзаголовка</a:t>
            </a:r>
            <a:endParaRPr lang="ru-RU"/>
          </a:p>
        </p:txBody>
      </p:sp>
      <p:sp>
        <p:nvSpPr>
          <p:cNvPr id="3093" name="Rectangle 21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3094" name="Rectangle 22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3095" name="Rectangle 23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98ADE336-8BE5-49C3-8C82-97DD4DE95A8D}" type="slidenum">
              <a:rPr lang="ru-RU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EBC603-A6FC-4760-8008-8079F20CC89C}" type="slidenum">
              <a:rPr lang="ru-RU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EB4250-6807-4EC6-8222-55775BF51716}" type="slidenum">
              <a:rPr lang="ru-RU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422400" y="1600201"/>
            <a:ext cx="4775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400800" y="1600201"/>
            <a:ext cx="4775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865492-D0EA-4057-A6E1-D161D4C04764}" type="slidenum">
              <a:rPr lang="ru-RU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618F46-9B6E-4EE8-ACDD-B6EF06599EF1}" type="slidenum">
              <a:rPr lang="ru-RU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7E650A-925B-49A0-9BEB-0A3E024BBEB8}" type="slidenum">
              <a:rPr lang="ru-RU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ADAEE9-D643-4E42-B9E0-FFC552804C0D}" type="slidenum">
              <a:rPr lang="ru-RU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394355-8180-49F2-87F1-63FCB9B371CB}" type="slidenum">
              <a:rPr lang="ru-RU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A8D963-0FBE-4F1B-BEBE-5AA40F4FCE8F}" type="slidenum">
              <a:rPr lang="ru-RU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C1B23B-1288-477B-AA82-6137A1D1312D}" type="slidenum">
              <a:rPr lang="ru-RU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9271000" y="274639"/>
            <a:ext cx="2616200" cy="5851525"/>
          </a:xfrm>
        </p:spPr>
        <p:txBody>
          <a:bodyPr vert="eaVert"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422400" y="274639"/>
            <a:ext cx="7645400" cy="5851525"/>
          </a:xfrm>
        </p:spPr>
        <p:txBody>
          <a:bodyPr vert="eaVert"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EEB45F-902F-4090-9D0D-D470108C5006}" type="slidenum">
              <a:rPr lang="ru-RU"/>
              <a:pPr/>
              <a:t>‹№›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1422400" y="274638"/>
            <a:ext cx="10464800" cy="1173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22400" y="1600201"/>
            <a:ext cx="9753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1" name="Rectangle 17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304800" y="6400801"/>
            <a:ext cx="28448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 b="0">
                <a:solidFill>
                  <a:srgbClr val="000000"/>
                </a:solidFill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042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54400" y="6400801"/>
            <a:ext cx="65024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1" sz="1200" b="0">
                <a:solidFill>
                  <a:srgbClr val="000000"/>
                </a:solidFill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261600" y="6400801"/>
            <a:ext cx="17272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 b="0">
                <a:solidFill>
                  <a:srgbClr val="000000"/>
                </a:solidFill>
                <a:latin typeface="+mn-lt"/>
              </a:defRPr>
            </a:lvl1pPr>
          </a:lstStyle>
          <a:p>
            <a:fld id="{55640E4E-EBF6-496F-8FD7-3E366B1241A4}" type="slidenum">
              <a:rPr lang="ru-RU"/>
              <a:pPr/>
              <a:t>‹№›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Garamond" pitchFamily="18" charset="0"/>
        </a:defRPr>
      </a:lvl2pPr>
      <a:lvl3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Garamond" pitchFamily="18" charset="0"/>
        </a:defRPr>
      </a:lvl3pPr>
      <a:lvl4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Garamond" pitchFamily="18" charset="0"/>
        </a:defRPr>
      </a:lvl4pPr>
      <a:lvl5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Garamond" pitchFamily="18" charset="0"/>
        </a:defRPr>
      </a:lvl5pPr>
      <a:lvl6pPr marL="457200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Garamond" pitchFamily="18" charset="0"/>
        </a:defRPr>
      </a:lvl6pPr>
      <a:lvl7pPr marL="914400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Garamond" pitchFamily="18" charset="0"/>
        </a:defRPr>
      </a:lvl7pPr>
      <a:lvl8pPr marL="1371600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Garamond" pitchFamily="18" charset="0"/>
        </a:defRPr>
      </a:lvl8pPr>
      <a:lvl9pPr marL="1828800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Garamond" pitchFamily="18" charset="0"/>
        </a:defRPr>
      </a:lvl9pPr>
    </p:titleStyle>
    <p:bodyStyle>
      <a:lvl1pPr marL="342900" indent="-342900" algn="l" rtl="0" eaLnBrk="1" fontAlgn="base" hangingPunct="1">
        <a:spcBef>
          <a:spcPct val="60000"/>
        </a:spcBef>
        <a:spcAft>
          <a:spcPct val="0"/>
        </a:spcAft>
        <a:buClr>
          <a:srgbClr val="000000"/>
        </a:buClr>
        <a:buChar char="•"/>
        <a:defRPr sz="28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Font typeface="Garamond" pitchFamily="18" charset="0"/>
        <a:buChar char="−"/>
        <a:defRPr sz="2400">
          <a:solidFill>
            <a:srgbClr val="000000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Char char="•"/>
        <a:defRPr sz="2000">
          <a:solidFill>
            <a:srgbClr val="000000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Font typeface="Garamond" pitchFamily="18" charset="0"/>
        <a:buChar char="−"/>
        <a:defRPr sz="1600">
          <a:solidFill>
            <a:srgbClr val="000000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Char char="•"/>
        <a:defRPr sz="1600">
          <a:solidFill>
            <a:srgbClr val="000000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Char char="•"/>
        <a:defRPr sz="1600">
          <a:solidFill>
            <a:srgbClr val="000000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Char char="•"/>
        <a:defRPr sz="1600">
          <a:solidFill>
            <a:srgbClr val="000000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Char char="•"/>
        <a:defRPr sz="1600">
          <a:solidFill>
            <a:srgbClr val="000000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000000"/>
        </a:buClr>
        <a:buChar char="•"/>
        <a:defRPr sz="1600">
          <a:solidFill>
            <a:srgbClr val="000000"/>
          </a:solidFill>
          <a:latin typeface="+mn-lt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6"/>
          <p:cNvSpPr>
            <a:spLocks noGrp="1" noChangeArrowheads="1"/>
          </p:cNvSpPr>
          <p:nvPr>
            <p:ph type="ctrTitle"/>
          </p:nvPr>
        </p:nvSpPr>
        <p:spPr>
          <a:xfrm>
            <a:off x="3667108" y="2133601"/>
            <a:ext cx="6143668" cy="1774825"/>
          </a:xfrm>
        </p:spPr>
        <p:txBody>
          <a:bodyPr/>
          <a:lstStyle/>
          <a:p>
            <a:r>
              <a:rPr lang="en-US" dirty="0"/>
              <a:t>[</a:t>
            </a:r>
            <a:r>
              <a:rPr lang="uk-UA" dirty="0"/>
              <a:t>Назва презентації</a:t>
            </a:r>
            <a:r>
              <a:rPr lang="en-US" dirty="0"/>
              <a:t>]</a:t>
            </a:r>
            <a:endParaRPr lang="ru-RU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[</a:t>
            </a:r>
            <a:r>
              <a:rPr lang="uk-UA" dirty="0"/>
              <a:t>Автор</a:t>
            </a:r>
            <a:r>
              <a:rPr lang="en-US" dirty="0"/>
              <a:t>]</a:t>
            </a:r>
            <a:endParaRPr lang="uk-UA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lang="uk-UA" sz="4400" dirty="0"/>
              <a:t>Історія заснування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half" idx="4294967295"/>
          </p:nvPr>
        </p:nvSpPr>
        <p:spPr>
          <a:xfrm>
            <a:off x="6953250" y="1628776"/>
            <a:ext cx="3714750" cy="4543425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[</a:t>
            </a:r>
            <a:r>
              <a:rPr lang="uk-UA" sz="3200" dirty="0"/>
              <a:t>текст про історію заснування міста</a:t>
            </a:r>
            <a:r>
              <a:rPr lang="en-US" sz="3200" dirty="0"/>
              <a:t>]</a:t>
            </a:r>
            <a:endParaRPr lang="uk-UA" sz="3200" dirty="0"/>
          </a:p>
        </p:txBody>
      </p:sp>
      <p:sp>
        <p:nvSpPr>
          <p:cNvPr id="5" name="Місце для вмісту 4"/>
          <p:cNvSpPr>
            <a:spLocks noGrp="1"/>
          </p:cNvSpPr>
          <p:nvPr>
            <p:ph sz="half" idx="4294967295"/>
          </p:nvPr>
        </p:nvSpPr>
        <p:spPr>
          <a:xfrm>
            <a:off x="1809720" y="1714489"/>
            <a:ext cx="4143372" cy="614353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[</a:t>
            </a:r>
            <a:r>
              <a:rPr lang="uk-UA" sz="2400" dirty="0"/>
              <a:t>фото з історії міста</a:t>
            </a:r>
            <a:r>
              <a:rPr lang="en-US" sz="2400" dirty="0"/>
              <a:t>]</a:t>
            </a:r>
            <a:endParaRPr lang="uk-UA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lang="uk-UA" sz="4400" dirty="0"/>
              <a:t>Пам’ятки міста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4294967295"/>
          </p:nvPr>
        </p:nvSpPr>
        <p:spPr>
          <a:xfrm>
            <a:off x="1524000" y="1535113"/>
            <a:ext cx="4040188" cy="639762"/>
          </a:xfrm>
        </p:spPr>
        <p:txBody>
          <a:bodyPr/>
          <a:lstStyle/>
          <a:p>
            <a:pPr algn="ctr">
              <a:buNone/>
            </a:pPr>
            <a:r>
              <a:rPr lang="en-US" sz="3200" b="1" dirty="0"/>
              <a:t>[</a:t>
            </a:r>
            <a:r>
              <a:rPr lang="uk-UA" sz="3200" b="1" dirty="0"/>
              <a:t>Назва</a:t>
            </a:r>
            <a:r>
              <a:rPr lang="en-US" sz="3200" b="1" dirty="0"/>
              <a:t>]</a:t>
            </a:r>
            <a:endParaRPr lang="uk-UA" sz="3200" b="1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6626226" y="1535113"/>
            <a:ext cx="4041775" cy="639762"/>
          </a:xfrm>
        </p:spPr>
        <p:txBody>
          <a:bodyPr/>
          <a:lstStyle/>
          <a:p>
            <a:pPr algn="ctr">
              <a:buNone/>
            </a:pPr>
            <a:r>
              <a:rPr lang="en-US" sz="3200" b="1" dirty="0"/>
              <a:t>[</a:t>
            </a:r>
            <a:r>
              <a:rPr lang="uk-UA" sz="3200" b="1" dirty="0"/>
              <a:t>Назва</a:t>
            </a:r>
            <a:r>
              <a:rPr lang="en-US" sz="3200" b="1" dirty="0"/>
              <a:t>]</a:t>
            </a:r>
            <a:endParaRPr lang="uk-UA" sz="3200" b="1" dirty="0"/>
          </a:p>
        </p:txBody>
      </p:sp>
      <p:sp>
        <p:nvSpPr>
          <p:cNvPr id="9" name="Місце для вмісту 8"/>
          <p:cNvSpPr>
            <a:spLocks noGrp="1"/>
          </p:cNvSpPr>
          <p:nvPr>
            <p:ph sz="quarter" idx="4294967295"/>
          </p:nvPr>
        </p:nvSpPr>
        <p:spPr>
          <a:xfrm>
            <a:off x="6626226" y="2174876"/>
            <a:ext cx="3756055" cy="682621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[</a:t>
            </a:r>
            <a:r>
              <a:rPr lang="uk-UA" sz="2400" dirty="0"/>
              <a:t>фото пам’ятки міста</a:t>
            </a:r>
            <a:r>
              <a:rPr lang="en-US" sz="2400" dirty="0"/>
              <a:t>]</a:t>
            </a:r>
            <a:endParaRPr lang="uk-UA" sz="2400" dirty="0"/>
          </a:p>
        </p:txBody>
      </p:sp>
      <p:sp>
        <p:nvSpPr>
          <p:cNvPr id="10" name="Місце для вмісту 9"/>
          <p:cNvSpPr>
            <a:spLocks noGrp="1"/>
          </p:cNvSpPr>
          <p:nvPr>
            <p:ph sz="half" idx="4294967295"/>
          </p:nvPr>
        </p:nvSpPr>
        <p:spPr>
          <a:xfrm>
            <a:off x="1524000" y="2174876"/>
            <a:ext cx="4000496" cy="611183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[</a:t>
            </a:r>
            <a:r>
              <a:rPr lang="uk-UA" sz="2400" dirty="0"/>
              <a:t>фото пам’ятки міста</a:t>
            </a:r>
            <a:r>
              <a:rPr lang="en-US" sz="2400" dirty="0"/>
              <a:t>]</a:t>
            </a:r>
            <a:endParaRPr lang="uk-UA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uk-UA" sz="4400" dirty="0"/>
              <a:t>Сучасне місто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4294967295"/>
          </p:nvPr>
        </p:nvSpPr>
        <p:spPr>
          <a:xfrm>
            <a:off x="6824664" y="1600201"/>
            <a:ext cx="3843337" cy="4525963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[</a:t>
            </a:r>
            <a:r>
              <a:rPr lang="uk-UA" sz="3200" dirty="0"/>
              <a:t>текст про сучасне місто</a:t>
            </a:r>
            <a:r>
              <a:rPr lang="en-US" sz="3200" dirty="0"/>
              <a:t>]</a:t>
            </a:r>
            <a:endParaRPr lang="uk-UA" sz="3200" dirty="0"/>
          </a:p>
        </p:txBody>
      </p:sp>
      <p:sp>
        <p:nvSpPr>
          <p:cNvPr id="6" name="Місце для вмісту 5"/>
          <p:cNvSpPr>
            <a:spLocks noGrp="1"/>
          </p:cNvSpPr>
          <p:nvPr>
            <p:ph sz="half" idx="4294967295"/>
          </p:nvPr>
        </p:nvSpPr>
        <p:spPr>
          <a:xfrm>
            <a:off x="1524001" y="1600202"/>
            <a:ext cx="4000496" cy="828667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[</a:t>
            </a:r>
            <a:r>
              <a:rPr lang="uk-UA" sz="2400" dirty="0"/>
              <a:t>фото сучасного міста</a:t>
            </a:r>
            <a:r>
              <a:rPr lang="en-US" sz="2400" dirty="0"/>
              <a:t>]</a:t>
            </a:r>
            <a:endParaRPr lang="uk-UA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uk-UA" sz="4400" dirty="0"/>
              <a:t>Краєвиди сучасного міста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4294967295"/>
          </p:nvPr>
        </p:nvSpPr>
        <p:spPr>
          <a:xfrm>
            <a:off x="1524000" y="1535113"/>
            <a:ext cx="4040188" cy="639762"/>
          </a:xfrm>
        </p:spPr>
        <p:txBody>
          <a:bodyPr/>
          <a:lstStyle/>
          <a:p>
            <a:pPr algn="ctr">
              <a:buNone/>
            </a:pPr>
            <a:r>
              <a:rPr lang="en-US" sz="3200" b="1" dirty="0"/>
              <a:t>[</a:t>
            </a:r>
            <a:r>
              <a:rPr lang="uk-UA" sz="3200" b="1" dirty="0"/>
              <a:t>Назва</a:t>
            </a:r>
            <a:r>
              <a:rPr lang="en-US" sz="3200" b="1" dirty="0"/>
              <a:t>]</a:t>
            </a:r>
            <a:endParaRPr lang="uk-UA" sz="3200" b="1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4294967295"/>
          </p:nvPr>
        </p:nvSpPr>
        <p:spPr>
          <a:xfrm>
            <a:off x="6626226" y="1535113"/>
            <a:ext cx="4041775" cy="639762"/>
          </a:xfrm>
        </p:spPr>
        <p:txBody>
          <a:bodyPr/>
          <a:lstStyle/>
          <a:p>
            <a:pPr algn="ctr">
              <a:buNone/>
            </a:pPr>
            <a:r>
              <a:rPr lang="en-US" sz="3200" b="1" dirty="0"/>
              <a:t>[</a:t>
            </a:r>
            <a:r>
              <a:rPr lang="uk-UA" sz="3200" b="1" dirty="0"/>
              <a:t>Назва</a:t>
            </a:r>
            <a:r>
              <a:rPr lang="en-US" sz="3200" b="1" dirty="0"/>
              <a:t>]</a:t>
            </a:r>
            <a:endParaRPr lang="uk-UA" sz="3200" b="1" dirty="0"/>
          </a:p>
        </p:txBody>
      </p:sp>
      <p:sp>
        <p:nvSpPr>
          <p:cNvPr id="9" name="Місце для вмісту 8"/>
          <p:cNvSpPr>
            <a:spLocks noGrp="1"/>
          </p:cNvSpPr>
          <p:nvPr>
            <p:ph sz="quarter" idx="4294967295"/>
          </p:nvPr>
        </p:nvSpPr>
        <p:spPr>
          <a:xfrm>
            <a:off x="6810381" y="2143117"/>
            <a:ext cx="3541741" cy="539745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[</a:t>
            </a:r>
            <a:r>
              <a:rPr lang="uk-UA" sz="2400" dirty="0"/>
              <a:t>фото сучасного міста</a:t>
            </a:r>
            <a:r>
              <a:rPr lang="en-US" sz="2400" dirty="0"/>
              <a:t>]</a:t>
            </a:r>
            <a:endParaRPr lang="uk-UA" sz="2400" dirty="0"/>
          </a:p>
        </p:txBody>
      </p:sp>
      <p:sp>
        <p:nvSpPr>
          <p:cNvPr id="10" name="Місце для вмісту 9"/>
          <p:cNvSpPr>
            <a:spLocks noGrp="1"/>
          </p:cNvSpPr>
          <p:nvPr>
            <p:ph sz="half" idx="4294967295"/>
          </p:nvPr>
        </p:nvSpPr>
        <p:spPr>
          <a:xfrm>
            <a:off x="1881158" y="2214555"/>
            <a:ext cx="3571868" cy="611183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[</a:t>
            </a:r>
            <a:r>
              <a:rPr lang="uk-UA" sz="2400" dirty="0"/>
              <a:t>фото сучасного міста</a:t>
            </a:r>
            <a:r>
              <a:rPr lang="en-US" sz="2400" dirty="0"/>
              <a:t>]</a:t>
            </a:r>
            <a:endParaRPr lang="uk-UA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</a:t>
            </a:r>
            <a:r>
              <a:rPr lang="uk-UA" dirty="0"/>
              <a:t>Запрошення до міста</a:t>
            </a:r>
            <a:r>
              <a:rPr lang="en-US" dirty="0"/>
              <a:t>]</a:t>
            </a:r>
            <a:endParaRPr lang="uk-UA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4294967295"/>
          </p:nvPr>
        </p:nvSpPr>
        <p:spPr>
          <a:xfrm>
            <a:off x="3952860" y="2143117"/>
            <a:ext cx="4143404" cy="668335"/>
          </a:xfrm>
        </p:spPr>
        <p:txBody>
          <a:bodyPr/>
          <a:lstStyle/>
          <a:p>
            <a:pPr>
              <a:buNone/>
            </a:pPr>
            <a:r>
              <a:rPr lang="en-US" dirty="0"/>
              <a:t>[</a:t>
            </a:r>
            <a:r>
              <a:rPr lang="uk-UA" dirty="0"/>
              <a:t>фото логотипу міста</a:t>
            </a:r>
            <a:r>
              <a:rPr lang="en-US" dirty="0"/>
              <a:t>]</a:t>
            </a:r>
            <a:endParaRPr lang="uk-UA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2452662" y="4214819"/>
            <a:ext cx="72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</a:rPr>
              <a:t>[</a:t>
            </a:r>
            <a:r>
              <a:rPr lang="uk-UA" b="0" dirty="0">
                <a:solidFill>
                  <a:srgbClr val="000000"/>
                </a:solidFill>
              </a:rPr>
              <a:t>текст – </a:t>
            </a:r>
            <a:r>
              <a:rPr lang="en-US" b="0" dirty="0">
                <a:solidFill>
                  <a:srgbClr val="000000"/>
                </a:solidFill>
              </a:rPr>
              <a:t>1-</a:t>
            </a:r>
            <a:r>
              <a:rPr lang="uk-UA" b="0" dirty="0">
                <a:solidFill>
                  <a:srgbClr val="000000"/>
                </a:solidFill>
              </a:rPr>
              <a:t>2 речення про мера Львова</a:t>
            </a:r>
            <a:r>
              <a:rPr lang="en-US" b="0" dirty="0">
                <a:solidFill>
                  <a:srgbClr val="000000"/>
                </a:solidFill>
              </a:rPr>
              <a:t>]</a:t>
            </a:r>
            <a:r>
              <a:rPr lang="uk-UA" b="0" dirty="0">
                <a:solidFill>
                  <a:srgbClr val="000000"/>
                </a:solidFill>
              </a:rPr>
              <a:t> </a:t>
            </a:r>
            <a:endParaRPr lang="en-US" b="0" dirty="0">
              <a:solidFill>
                <a:srgbClr val="000000"/>
              </a:solidFill>
            </a:endParaRPr>
          </a:p>
          <a:p>
            <a:r>
              <a:rPr lang="uk-UA" b="0" dirty="0">
                <a:solidFill>
                  <a:srgbClr val="000000"/>
                </a:solidFill>
              </a:rPr>
              <a:t>	+</a:t>
            </a:r>
          </a:p>
          <a:p>
            <a:r>
              <a:rPr lang="en-US" b="0" dirty="0">
                <a:solidFill>
                  <a:srgbClr val="000000"/>
                </a:solidFill>
              </a:rPr>
              <a:t>[</a:t>
            </a:r>
            <a:r>
              <a:rPr lang="uk-UA" b="0" dirty="0">
                <a:solidFill>
                  <a:srgbClr val="000000"/>
                </a:solidFill>
              </a:rPr>
              <a:t>фотографія мера Львова</a:t>
            </a:r>
            <a:r>
              <a:rPr lang="en-US" b="0" dirty="0">
                <a:solidFill>
                  <a:srgbClr val="000000"/>
                </a:solidFill>
              </a:rPr>
              <a:t>]</a:t>
            </a:r>
            <a:endParaRPr lang="uk-UA" b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23592" y="3933057"/>
            <a:ext cx="74168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</a:rPr>
              <a:t>[</a:t>
            </a:r>
            <a:r>
              <a:rPr lang="uk-UA" b="0" dirty="0">
                <a:solidFill>
                  <a:srgbClr val="000000"/>
                </a:solidFill>
              </a:rPr>
              <a:t>текст про поділ Львова на райони</a:t>
            </a:r>
            <a:r>
              <a:rPr lang="en-US" b="0" dirty="0">
                <a:solidFill>
                  <a:srgbClr val="000000"/>
                </a:solidFill>
              </a:rPr>
              <a:t>]</a:t>
            </a:r>
            <a:r>
              <a:rPr lang="uk-UA" b="0" dirty="0">
                <a:solidFill>
                  <a:srgbClr val="000000"/>
                </a:solidFill>
              </a:rPr>
              <a:t> (всього – 6)</a:t>
            </a:r>
          </a:p>
          <a:p>
            <a:r>
              <a:rPr lang="uk-UA" b="0" dirty="0">
                <a:solidFill>
                  <a:srgbClr val="000000"/>
                </a:solidFill>
              </a:rPr>
              <a:t>	+</a:t>
            </a:r>
          </a:p>
          <a:p>
            <a:r>
              <a:rPr lang="en-US" b="0" dirty="0">
                <a:solidFill>
                  <a:srgbClr val="000000"/>
                </a:solidFill>
              </a:rPr>
              <a:t>[</a:t>
            </a:r>
            <a:r>
              <a:rPr lang="uk-UA" b="0" dirty="0">
                <a:solidFill>
                  <a:srgbClr val="000000"/>
                </a:solidFill>
              </a:rPr>
              <a:t>зображення – карта Львова з районами</a:t>
            </a:r>
            <a:r>
              <a:rPr lang="en-US" b="0" dirty="0">
                <a:solidFill>
                  <a:srgbClr val="000000"/>
                </a:solidFill>
              </a:rPr>
              <a:t>]</a:t>
            </a:r>
            <a:endParaRPr lang="uk-UA" b="0" dirty="0">
              <a:solidFill>
                <a:srgbClr val="000000"/>
              </a:solidFill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TextBox 2"/>
          <p:cNvSpPr txBox="1"/>
          <p:nvPr/>
        </p:nvSpPr>
        <p:spPr>
          <a:xfrm>
            <a:off x="2495600" y="4437113"/>
            <a:ext cx="72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000000"/>
                </a:solidFill>
              </a:rPr>
              <a:t>[</a:t>
            </a:r>
            <a:r>
              <a:rPr lang="uk-UA" b="0" dirty="0">
                <a:solidFill>
                  <a:srgbClr val="000000"/>
                </a:solidFill>
              </a:rPr>
              <a:t>текст – цікавий факт про Львів</a:t>
            </a:r>
            <a:r>
              <a:rPr lang="en-US" b="0" dirty="0">
                <a:solidFill>
                  <a:srgbClr val="000000"/>
                </a:solidFill>
              </a:rPr>
              <a:t>]</a:t>
            </a:r>
            <a:r>
              <a:rPr lang="uk-UA" b="0" dirty="0">
                <a:solidFill>
                  <a:srgbClr val="000000"/>
                </a:solidFill>
              </a:rPr>
              <a:t> </a:t>
            </a:r>
            <a:endParaRPr lang="en-US" b="0" dirty="0">
              <a:solidFill>
                <a:srgbClr val="000000"/>
              </a:solidFill>
            </a:endParaRPr>
          </a:p>
          <a:p>
            <a:r>
              <a:rPr lang="uk-UA" b="0" dirty="0">
                <a:solidFill>
                  <a:srgbClr val="000000"/>
                </a:solidFill>
              </a:rPr>
              <a:t>	+</a:t>
            </a:r>
          </a:p>
          <a:p>
            <a:r>
              <a:rPr lang="en-US" b="0" dirty="0">
                <a:solidFill>
                  <a:srgbClr val="000000"/>
                </a:solidFill>
              </a:rPr>
              <a:t>[</a:t>
            </a:r>
            <a:r>
              <a:rPr lang="uk-UA" b="0" dirty="0">
                <a:solidFill>
                  <a:srgbClr val="000000"/>
                </a:solidFill>
              </a:rPr>
              <a:t>зображення того, про що написали</a:t>
            </a:r>
            <a:r>
              <a:rPr lang="en-US" b="0" dirty="0">
                <a:solidFill>
                  <a:srgbClr val="000000"/>
                </a:solidFill>
              </a:rPr>
              <a:t>]</a:t>
            </a:r>
            <a:endParaRPr lang="uk-UA" b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одорож до міст України">
  <a:themeElements>
    <a:clrScheme name="ms_pptpostmortem_tp01018455 2">
      <a:dk1>
        <a:srgbClr val="4D4D4D"/>
      </a:dk1>
      <a:lt1>
        <a:srgbClr val="D6EFD0"/>
      </a:lt1>
      <a:dk2>
        <a:srgbClr val="336699"/>
      </a:dk2>
      <a:lt2>
        <a:srgbClr val="65B5D1"/>
      </a:lt2>
      <a:accent1>
        <a:srgbClr val="9BB9C3"/>
      </a:accent1>
      <a:accent2>
        <a:srgbClr val="99CCFF"/>
      </a:accent2>
      <a:accent3>
        <a:srgbClr val="E8F6E4"/>
      </a:accent3>
      <a:accent4>
        <a:srgbClr val="404040"/>
      </a:accent4>
      <a:accent5>
        <a:srgbClr val="CBD9DE"/>
      </a:accent5>
      <a:accent6>
        <a:srgbClr val="8AB9E7"/>
      </a:accent6>
      <a:hlink>
        <a:srgbClr val="009999"/>
      </a:hlink>
      <a:folHlink>
        <a:srgbClr val="CCCCFF"/>
      </a:folHlink>
    </a:clrScheme>
    <a:fontScheme name="Класична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s_pptpostmortem_tp01018455 1">
        <a:dk1>
          <a:srgbClr val="003366"/>
        </a:dk1>
        <a:lt1>
          <a:srgbClr val="FFFFFF"/>
        </a:lt1>
        <a:dk2>
          <a:srgbClr val="008080"/>
        </a:dk2>
        <a:lt2>
          <a:srgbClr val="FFCC66"/>
        </a:lt2>
        <a:accent1>
          <a:srgbClr val="3366CC"/>
        </a:accent1>
        <a:accent2>
          <a:srgbClr val="0099CC"/>
        </a:accent2>
        <a:accent3>
          <a:srgbClr val="AAC0C0"/>
        </a:accent3>
        <a:accent4>
          <a:srgbClr val="DADADA"/>
        </a:accent4>
        <a:accent5>
          <a:srgbClr val="ADB8E2"/>
        </a:accent5>
        <a:accent6>
          <a:srgbClr val="008AB9"/>
        </a:accent6>
        <a:hlink>
          <a:srgbClr val="999933"/>
        </a:hlink>
        <a:folHlink>
          <a:srgbClr val="00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s_pptpostmortem_tp01018455 2">
        <a:dk1>
          <a:srgbClr val="4D4D4D"/>
        </a:dk1>
        <a:lt1>
          <a:srgbClr val="D6EFD0"/>
        </a:lt1>
        <a:dk2>
          <a:srgbClr val="336699"/>
        </a:dk2>
        <a:lt2>
          <a:srgbClr val="65B5D1"/>
        </a:lt2>
        <a:accent1>
          <a:srgbClr val="9BB9C3"/>
        </a:accent1>
        <a:accent2>
          <a:srgbClr val="99CCFF"/>
        </a:accent2>
        <a:accent3>
          <a:srgbClr val="E8F6E4"/>
        </a:accent3>
        <a:accent4>
          <a:srgbClr val="404040"/>
        </a:accent4>
        <a:accent5>
          <a:srgbClr val="CBD9DE"/>
        </a:accent5>
        <a:accent6>
          <a:srgbClr val="8AB9E7"/>
        </a:accent6>
        <a:hlink>
          <a:srgbClr val="009999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s_pptpostmortem_tp01018455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s_pptpostmortem_tp01018455 4">
        <a:dk1>
          <a:srgbClr val="003300"/>
        </a:dk1>
        <a:lt1>
          <a:srgbClr val="FFFFFF"/>
        </a:lt1>
        <a:dk2>
          <a:srgbClr val="336600"/>
        </a:dk2>
        <a:lt2>
          <a:srgbClr val="FFCC66"/>
        </a:lt2>
        <a:accent1>
          <a:srgbClr val="996633"/>
        </a:accent1>
        <a:accent2>
          <a:srgbClr val="0099CC"/>
        </a:accent2>
        <a:accent3>
          <a:srgbClr val="ADB8AA"/>
        </a:accent3>
        <a:accent4>
          <a:srgbClr val="DADADA"/>
        </a:accent4>
        <a:accent5>
          <a:srgbClr val="CAB8AD"/>
        </a:accent5>
        <a:accent6>
          <a:srgbClr val="008AB9"/>
        </a:accent6>
        <a:hlink>
          <a:srgbClr val="FF9933"/>
        </a:hlink>
        <a:folHlink>
          <a:srgbClr val="00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s_pptpostmortem_tp01018455 5">
        <a:dk1>
          <a:srgbClr val="100000"/>
        </a:dk1>
        <a:lt1>
          <a:srgbClr val="FFFFFF"/>
        </a:lt1>
        <a:dk2>
          <a:srgbClr val="800000"/>
        </a:dk2>
        <a:lt2>
          <a:srgbClr val="FFCC66"/>
        </a:lt2>
        <a:accent1>
          <a:srgbClr val="003366"/>
        </a:accent1>
        <a:accent2>
          <a:srgbClr val="996633"/>
        </a:accent2>
        <a:accent3>
          <a:srgbClr val="C0AAAA"/>
        </a:accent3>
        <a:accent4>
          <a:srgbClr val="DADADA"/>
        </a:accent4>
        <a:accent5>
          <a:srgbClr val="AAADB8"/>
        </a:accent5>
        <a:accent6>
          <a:srgbClr val="8A5C2D"/>
        </a:accent6>
        <a:hlink>
          <a:srgbClr val="336699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s_pptpostmortem_tp01018455 6">
        <a:dk1>
          <a:srgbClr val="666633"/>
        </a:dk1>
        <a:lt1>
          <a:srgbClr val="FFFFFF"/>
        </a:lt1>
        <a:dk2>
          <a:srgbClr val="CC9900"/>
        </a:dk2>
        <a:lt2>
          <a:srgbClr val="DDDDDD"/>
        </a:lt2>
        <a:accent1>
          <a:srgbClr val="CC6600"/>
        </a:accent1>
        <a:accent2>
          <a:srgbClr val="996633"/>
        </a:accent2>
        <a:accent3>
          <a:srgbClr val="E2CAAA"/>
        </a:accent3>
        <a:accent4>
          <a:srgbClr val="DADADA"/>
        </a:accent4>
        <a:accent5>
          <a:srgbClr val="E2B8AA"/>
        </a:accent5>
        <a:accent6>
          <a:srgbClr val="8A5C2D"/>
        </a:accent6>
        <a:hlink>
          <a:srgbClr val="663300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Подорож до міст України</Template>
  <TotalTime>0</TotalTime>
  <Words>145</Words>
  <Application>Microsoft Office PowerPoint</Application>
  <PresentationFormat>Широкий екран</PresentationFormat>
  <Paragraphs>34</Paragraphs>
  <Slides>9</Slides>
  <Notes>5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9</vt:i4>
      </vt:variant>
    </vt:vector>
  </HeadingPairs>
  <TitlesOfParts>
    <vt:vector size="13" baseType="lpstr">
      <vt:lpstr>Arial</vt:lpstr>
      <vt:lpstr>Garamond</vt:lpstr>
      <vt:lpstr>Times New Roman</vt:lpstr>
      <vt:lpstr>Подорож до міст України</vt:lpstr>
      <vt:lpstr>[Назва презентації]</vt:lpstr>
      <vt:lpstr>Історія заснування</vt:lpstr>
      <vt:lpstr>Пам’ятки міста</vt:lpstr>
      <vt:lpstr>Сучасне місто</vt:lpstr>
      <vt:lpstr>Краєвиди сучасного міста</vt:lpstr>
      <vt:lpstr>[Запрошення до міста]</vt:lpstr>
      <vt:lpstr>Презентація PowerPoint</vt:lpstr>
      <vt:lpstr>Презентація PowerPoint</vt:lpstr>
      <vt:lpstr>Презентація PowerPoint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Teacher</cp:lastModifiedBy>
  <cp:revision>3</cp:revision>
  <dcterms:created xsi:type="dcterms:W3CDTF">2015-06-27T06:23:32Z</dcterms:created>
  <dcterms:modified xsi:type="dcterms:W3CDTF">2025-11-22T18:22:43Z</dcterms:modified>
</cp:coreProperties>
</file>