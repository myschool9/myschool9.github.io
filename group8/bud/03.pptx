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66" r:id="rId2"/>
    <p:sldId id="258" r:id="rId3"/>
    <p:sldId id="257" r:id="rId4"/>
    <p:sldId id="262" r:id="rId5"/>
    <p:sldId id="259" r:id="rId6"/>
    <p:sldId id="260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92912-C684-4AA5-9119-5F1E7DFF0452}" type="datetimeFigureOut">
              <a:rPr lang="uk-UA" smtClean="0"/>
              <a:pPr/>
              <a:t>20.09.2025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8B70A-D3A5-47FA-8DB2-5A1A4E5306BC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5</a:t>
            </a:fld>
            <a:endParaRPr lang="uk-U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6</a:t>
            </a:fld>
            <a:endParaRPr lang="uk-U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7</a:t>
            </a:fld>
            <a:endParaRPr lang="uk-U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8</a:t>
            </a:fld>
            <a:endParaRPr lang="uk-U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8B70A-D3A5-47FA-8DB2-5A1A4E5306BC}" type="slidenum">
              <a:rPr lang="uk-UA" smtClean="0"/>
              <a:pPr/>
              <a:t>9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9/20/2025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‹№›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‹№›</a:t>
            </a:fld>
            <a:endParaRPr kumimoji="0" lang="en-US" sz="28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271A1-F6D6-438B-A432-4747EE7ECD40}" type="datetimeFigureOut">
              <a:rPr lang="en-US" smtClean="0"/>
              <a:pPr/>
              <a:t>9/20/2025</a:t>
            </a:fld>
            <a:endParaRPr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‹№›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271A1-F6D6-438B-A432-4747EE7ECD40}" type="datetimeFigureOut">
              <a:rPr lang="en-US" smtClean="0"/>
              <a:pPr/>
              <a:t>9/20/2025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‹№›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8662" y="0"/>
            <a:ext cx="71438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800" dirty="0"/>
              <a:t>Табулятор</a:t>
            </a:r>
          </a:p>
          <a:p>
            <a:endParaRPr lang="uk-UA" sz="2800" dirty="0"/>
          </a:p>
          <a:p>
            <a:r>
              <a:rPr lang="uk-UA" sz="2800" dirty="0"/>
              <a:t>Вакуумна лампа</a:t>
            </a:r>
          </a:p>
          <a:p>
            <a:endParaRPr lang="uk-UA" sz="2800" dirty="0"/>
          </a:p>
          <a:p>
            <a:r>
              <a:rPr lang="uk-UA" sz="2800" dirty="0"/>
              <a:t>Абак</a:t>
            </a:r>
          </a:p>
          <a:p>
            <a:endParaRPr lang="uk-UA" sz="2800" dirty="0"/>
          </a:p>
          <a:p>
            <a:r>
              <a:rPr lang="uk-UA" sz="2800" dirty="0"/>
              <a:t>Перший мікропроцесор</a:t>
            </a:r>
          </a:p>
          <a:p>
            <a:endParaRPr lang="en-US" sz="2800" dirty="0"/>
          </a:p>
          <a:p>
            <a:r>
              <a:rPr lang="uk-UA" sz="2800" dirty="0"/>
              <a:t>Транзистор</a:t>
            </a:r>
          </a:p>
          <a:p>
            <a:endParaRPr lang="uk-UA" sz="2800" dirty="0"/>
          </a:p>
          <a:p>
            <a:r>
              <a:rPr lang="uk-UA" sz="2800" dirty="0"/>
              <a:t>Перший персональний комп’ютер (</a:t>
            </a:r>
            <a:r>
              <a:rPr lang="en-US" sz="2800" dirty="0"/>
              <a:t>Apple)</a:t>
            </a:r>
          </a:p>
          <a:p>
            <a:endParaRPr lang="en-US" sz="2800" dirty="0"/>
          </a:p>
          <a:p>
            <a:r>
              <a:rPr lang="uk-UA" sz="2800" dirty="0"/>
              <a:t>Перший комп’ютер (</a:t>
            </a:r>
            <a:r>
              <a:rPr lang="en-US" sz="2800" dirty="0"/>
              <a:t>ENIAC)</a:t>
            </a:r>
          </a:p>
          <a:p>
            <a:endParaRPr lang="en-US" sz="2800" dirty="0"/>
          </a:p>
          <a:p>
            <a:r>
              <a:rPr lang="uk-UA" sz="2800" dirty="0"/>
              <a:t>Калькулятор Паскаля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dirty="0"/>
          </a:p>
        </p:txBody>
      </p:sp>
      <p:pic>
        <p:nvPicPr>
          <p:cNvPr id="1026" name="Picture 2" descr="D:\360px-Apple-II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9" y="1857342"/>
            <a:ext cx="3143272" cy="41910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8194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&amp;pcy;&amp;acy;&amp;scy;&amp;kcy;&amp;acy;&amp;lcy;&amp;icy;&amp;ncy;&amp;acy;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86058"/>
            <a:ext cx="3810000" cy="2000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3074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&amp;tcy;&amp;rcy;&amp;acy;&amp;ncy;&amp;zcy;&amp;icy;&amp;scy;&amp;tcy;&amp;ocy;&amp;rcy;&amp;ycy;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3500438"/>
            <a:ext cx="5153025" cy="2324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6146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ENIAC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5984" y="3000372"/>
            <a:ext cx="5153025" cy="2752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D:\582px-KL_National_INS400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2000240"/>
            <a:ext cx="4695832" cy="38728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4098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&amp;acy;&amp;bcy;&amp;acy;&amp;kcy;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2500306"/>
            <a:ext cx="3500462" cy="27828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2050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&amp;tcy;&amp;acy;&amp;bcy;&amp;ucy;&amp;lcy;&amp;yacy;&amp;tcy;&amp;ocy;&amp;rcy; &amp;khcy;&amp;ocy;&amp;lcy;&amp;lcy;&amp;iecy;&amp;rcy;&amp;icy;&amp;tcy;&amp;acy;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2285992"/>
            <a:ext cx="4924425" cy="3905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1026" name="Picture 2" descr="&amp;Rcy;&amp;iecy;&amp;zcy;&amp;ucy;&amp;lcy;&amp;softcy;&amp;tcy;&amp;acy;&amp;tcy; &amp;pcy;&amp;ocy;&amp;shcy;&amp;ucy;&amp;kcy;&amp;ucy; &amp;zcy;&amp;ocy;&amp;bcy;&amp;rcy;&amp;acy;&amp;zhcy;&amp;iecy;&amp;ncy;&amp;softcy; &amp;zcy;&amp;acy; &amp;zcy;&amp;acy;&amp;pcy;&amp;icy;&amp;tcy;&amp;ocy;&amp;mcy; &quot;&amp;vcy;&amp;acy;&amp;kcy;&amp;ucy;&amp;ucy;&amp;mcy;&amp;ncy;&amp;ycy;&amp;iecy; &amp;lcy;&amp;acy;&amp;mcy;&amp;pcy;&amp;ycy;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000240"/>
            <a:ext cx="5076825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</Words>
  <Application>Microsoft Office PowerPoint</Application>
  <PresentationFormat>Екран (4:3)</PresentationFormat>
  <Paragraphs>23</Paragraphs>
  <Slides>9</Slides>
  <Notes>8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2</cp:revision>
  <dcterms:created xsi:type="dcterms:W3CDTF">2016-09-18T10:43:34Z</dcterms:created>
  <dcterms:modified xsi:type="dcterms:W3CDTF">2025-09-20T15:48:11Z</dcterms:modified>
</cp:coreProperties>
</file>