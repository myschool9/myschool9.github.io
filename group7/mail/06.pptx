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60" r:id="rId4"/>
    <p:sldId id="275" r:id="rId5"/>
    <p:sldId id="272" r:id="rId6"/>
    <p:sldId id="276" r:id="rId7"/>
    <p:sldId id="273" r:id="rId8"/>
    <p:sldId id="277" r:id="rId9"/>
    <p:sldId id="274" r:id="rId10"/>
    <p:sldId id="278" r:id="rId11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C16"/>
    <a:srgbClr val="0C788E"/>
    <a:srgbClr val="006666"/>
    <a:srgbClr val="008080"/>
    <a:srgbClr val="800000"/>
    <a:srgbClr val="660033"/>
    <a:srgbClr val="336699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0" autoAdjust="0"/>
    <p:restoredTop sz="94652" autoAdjust="0"/>
  </p:normalViewPr>
  <p:slideViewPr>
    <p:cSldViewPr>
      <p:cViewPr varScale="1">
        <p:scale>
          <a:sx n="79" d="100"/>
          <a:sy n="79" d="100"/>
        </p:scale>
        <p:origin x="154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FDB40-BC01-4EFF-AAE7-B6B2229F1917}" type="datetimeFigureOut">
              <a:rPr lang="uk-UA" smtClean="0"/>
              <a:pPr/>
              <a:t>10.10.2025</a:t>
            </a:fld>
            <a:endParaRPr lang="uk-UA" dirty="0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 dirty="0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07E98-2270-4724-96A4-963CC71AF08F}" type="slidenum">
              <a:rPr lang="uk-UA" smtClean="0"/>
              <a:pPr/>
              <a:t>‹№›</a:t>
            </a:fld>
            <a:endParaRPr lang="uk-U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1</a:t>
            </a:fld>
            <a:endParaRPr lang="uk-UA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2</a:t>
            </a:fld>
            <a:endParaRPr lang="uk-U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3</a:t>
            </a:fld>
            <a:endParaRPr lang="uk-UA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4</a:t>
            </a:fld>
            <a:endParaRPr lang="uk-UA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5</a:t>
            </a:fld>
            <a:endParaRPr lang="uk-UA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6</a:t>
            </a:fld>
            <a:endParaRPr lang="uk-UA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7</a:t>
            </a:fld>
            <a:endParaRPr lang="uk-UA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8</a:t>
            </a:fld>
            <a:endParaRPr lang="uk-UA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9</a:t>
            </a:fld>
            <a:endParaRPr lang="uk-UA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07E98-2270-4724-96A4-963CC71AF08F}" type="slidenum">
              <a:rPr lang="uk-UA" smtClean="0"/>
              <a:pPr/>
              <a:t>10</a:t>
            </a:fld>
            <a:endParaRPr lang="uk-U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7F8C41-F449-4F7C-8444-68AA3767300C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9BF68E-051B-4CC4-B10E-F7BA9B318CDB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E12C74-C50E-4A62-9D01-37FBC2A678B7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820206-5E3D-4C87-BE5F-A0A4731496B1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DAB4AD-1463-4BD8-805C-5B21ED854AEC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163AF-B545-4039-B50D-70F6E4A50BE4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892F0-52CA-4801-890C-BD2797740910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98350-AB7F-4822-8B60-A9ADE9ACFD8A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92161E-3F5C-4210-8946-CAF990678345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946C6C-5BCF-450B-B3C6-83A5D790108C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BF6C64-8A3F-463E-BEE1-5D7DD3A2C838}" type="slidenum">
              <a:rPr lang="es-ES"/>
              <a:pPr/>
              <a:t>‹№›</a:t>
            </a:fld>
            <a:endParaRPr lang="es-ES"/>
          </a:p>
        </p:txBody>
      </p:sp>
    </p:spTree>
  </p:cSld>
  <p:clrMapOvr>
    <a:masterClrMapping/>
  </p:clrMapOvr>
  <p:transition advTm="15000">
    <p:wheel spokes="3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AE9C936-F324-4391-AB35-ACC37CBF2F14}" type="slidenum">
              <a:rPr lang="es-ES"/>
              <a:pPr/>
              <a:t>‹№›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Tm="15000">
    <p:wheel spokes="3"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Rectangle 132"/>
          <p:cNvSpPr>
            <a:spLocks noGrp="1" noChangeArrowheads="1"/>
          </p:cNvSpPr>
          <p:nvPr>
            <p:ph type="ctrTitle"/>
          </p:nvPr>
        </p:nvSpPr>
        <p:spPr>
          <a:xfrm>
            <a:off x="1020714" y="764704"/>
            <a:ext cx="7102572" cy="1440160"/>
          </a:xfrm>
        </p:spPr>
        <p:txBody>
          <a:bodyPr/>
          <a:lstStyle/>
          <a:p>
            <a:r>
              <a:rPr lang="uk-UA" sz="6600" dirty="0">
                <a:solidFill>
                  <a:srgbClr val="336699"/>
                </a:solidFill>
              </a:rPr>
              <a:t>Дорога до школи</a:t>
            </a:r>
          </a:p>
        </p:txBody>
      </p:sp>
      <p:sp>
        <p:nvSpPr>
          <p:cNvPr id="2191" name="Rectangle 143"/>
          <p:cNvSpPr>
            <a:spLocks noChangeArrowheads="1"/>
          </p:cNvSpPr>
          <p:nvPr/>
        </p:nvSpPr>
        <p:spPr bwMode="auto">
          <a:xfrm>
            <a:off x="1691481" y="2349500"/>
            <a:ext cx="576103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uk-UA" sz="3200" dirty="0">
                <a:solidFill>
                  <a:srgbClr val="336699"/>
                </a:solidFill>
              </a:rPr>
              <a:t>учня 7-А Марусенка Івана</a:t>
            </a:r>
          </a:p>
        </p:txBody>
      </p:sp>
    </p:spTree>
  </p:cSld>
  <p:clrMapOvr>
    <a:masterClrMapping/>
  </p:clrMapOvr>
  <p:transition advTm="2000">
    <p:wheel spokes="3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29600" cy="981075"/>
          </a:xfrm>
        </p:spPr>
        <p:txBody>
          <a:bodyPr/>
          <a:lstStyle/>
          <a:p>
            <a:r>
              <a:rPr lang="uk-UA">
                <a:solidFill>
                  <a:schemeClr val="tx1"/>
                </a:solidFill>
              </a:rPr>
              <a:t>Повний маршрут (850 м)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1792619"/>
            <a:ext cx="9144000" cy="50653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Овал 3"/>
          <p:cNvSpPr/>
          <p:nvPr/>
        </p:nvSpPr>
        <p:spPr>
          <a:xfrm>
            <a:off x="755576" y="2204864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В</a:t>
            </a:r>
          </a:p>
        </p:txBody>
      </p:sp>
      <p:sp>
        <p:nvSpPr>
          <p:cNvPr id="5" name="Овал 4"/>
          <p:cNvSpPr/>
          <p:nvPr/>
        </p:nvSpPr>
        <p:spPr>
          <a:xfrm>
            <a:off x="8028384" y="638132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А</a:t>
            </a:r>
          </a:p>
        </p:txBody>
      </p:sp>
      <p:pic>
        <p:nvPicPr>
          <p:cNvPr id="2" name="Picture 2" descr="C:\Users\stepler\Desktop\Фігурка.pn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15338" y="6072206"/>
            <a:ext cx="296511" cy="447673"/>
          </a:xfrm>
          <a:prstGeom prst="rect">
            <a:avLst/>
          </a:prstGeom>
          <a:noFill/>
        </p:spPr>
      </p:pic>
    </p:spTree>
  </p:cSld>
  <p:clrMapOvr>
    <a:masterClrMapping/>
  </p:clrMapOvr>
  <p:transition advTm="4000">
    <p:wheel spokes="3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accent5">
                    <a:lumMod val="50000"/>
                  </a:schemeClr>
                </a:solidFill>
              </a:rPr>
              <a:t>Перша зупинка.</a:t>
            </a:r>
            <a:r>
              <a:rPr lang="uk-UA" dirty="0"/>
              <a:t>   Будинок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1792619"/>
            <a:ext cx="9144000" cy="50653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Овал 5"/>
          <p:cNvSpPr/>
          <p:nvPr/>
        </p:nvSpPr>
        <p:spPr>
          <a:xfrm>
            <a:off x="8028384" y="6373747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А</a:t>
            </a:r>
          </a:p>
        </p:txBody>
      </p:sp>
      <p:pic>
        <p:nvPicPr>
          <p:cNvPr id="7" name="Picture 2" descr="C:\Users\stepler\Desktop\Фігурка.pn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15338" y="6072206"/>
            <a:ext cx="296511" cy="447673"/>
          </a:xfrm>
          <a:prstGeom prst="rect">
            <a:avLst/>
          </a:prstGeom>
          <a:noFill/>
        </p:spPr>
      </p:pic>
    </p:spTree>
  </p:cSld>
  <p:clrMapOvr>
    <a:masterClrMapping/>
  </p:clrMapOvr>
  <p:transition advTm="8000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900"/>
                            </p:stCondLst>
                            <p:childTnLst>
                              <p:par>
                                <p:cTn id="12" presetID="27" presetClass="emph" presetSubtype="0" repeatCount="3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900"/>
                            </p:stCondLst>
                            <p:childTnLst>
                              <p:par>
                                <p:cTn id="1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animClr clrSpc="rgb" dir="cw">
                                      <p:cBhvr>
                                        <p:cTn id="20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1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accent5">
                    <a:lumMod val="50000"/>
                  </a:schemeClr>
                </a:solidFill>
              </a:rPr>
              <a:t>Початкова зупинка.</a:t>
            </a:r>
            <a:r>
              <a:rPr lang="uk-UA" dirty="0"/>
              <a:t>   Будинок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0" y="1772817"/>
            <a:ext cx="4110608" cy="2232247"/>
          </a:xfrm>
        </p:spPr>
        <p:txBody>
          <a:bodyPr/>
          <a:lstStyle/>
          <a:p>
            <a:r>
              <a:rPr lang="uk-UA" dirty="0"/>
              <a:t>«Похваліть» це місце</a:t>
            </a:r>
          </a:p>
          <a:p>
            <a:pPr algn="ctr">
              <a:buNone/>
            </a:pPr>
            <a:r>
              <a:rPr lang="uk-UA" b="1" u="sng" dirty="0"/>
              <a:t>Або</a:t>
            </a:r>
          </a:p>
          <a:p>
            <a:r>
              <a:rPr lang="uk-UA" dirty="0"/>
              <a:t>Розкажіть свою думку про нього</a:t>
            </a: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23528" y="1772816"/>
            <a:ext cx="3888432" cy="21602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advTm="4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accent5">
                    <a:lumMod val="50000"/>
                  </a:schemeClr>
                </a:solidFill>
              </a:rPr>
              <a:t>1.</a:t>
            </a:r>
            <a:r>
              <a:rPr lang="uk-UA" dirty="0"/>
              <a:t>   Школа № 12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0" y="1792619"/>
            <a:ext cx="9144000" cy="50653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" name="Овал 8"/>
          <p:cNvSpPr/>
          <p:nvPr/>
        </p:nvSpPr>
        <p:spPr>
          <a:xfrm>
            <a:off x="7020272" y="638132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1</a:t>
            </a:r>
          </a:p>
        </p:txBody>
      </p:sp>
      <p:sp>
        <p:nvSpPr>
          <p:cNvPr id="10" name="Овал 9"/>
          <p:cNvSpPr/>
          <p:nvPr/>
        </p:nvSpPr>
        <p:spPr>
          <a:xfrm>
            <a:off x="8028384" y="638132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А</a:t>
            </a:r>
          </a:p>
        </p:txBody>
      </p:sp>
      <p:pic>
        <p:nvPicPr>
          <p:cNvPr id="6" name="Picture 2" descr="C:\Users\stepler\Desktop\Фігурка.pn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15338" y="6072206"/>
            <a:ext cx="296511" cy="447673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  <p:transition advTm="8000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900"/>
                            </p:stCondLst>
                            <p:childTnLst>
                              <p:par>
                                <p:cTn id="12" presetID="27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9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57 0.0368 C -0.02882 0.04513 -0.0342 0.04606 -0.04201 0.04976 C -0.04687 0.04838 -0.05191 0.04791 -0.05659 0.04537 C -0.06007 0.04351 -0.06614 0.0368 -0.06614 0.0368 C -0.07083 0.02731 -0.07691 0.01898 -0.08073 0.00879 C -0.0802 0.0037 -0.08055 -0.00162 -0.07916 -0.00625 C -0.07743 -0.01227 -0.071 -0.01459 -0.06788 -0.01922 " pathEditMode="relative" ptsTypes="ffffffA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251520" y="1916832"/>
            <a:ext cx="4228077" cy="19660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accent5">
                    <a:lumMod val="50000"/>
                  </a:schemeClr>
                </a:solidFill>
              </a:rPr>
              <a:t>1.</a:t>
            </a:r>
            <a:r>
              <a:rPr lang="uk-UA" dirty="0"/>
              <a:t>   Школа № 12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0" y="1772817"/>
            <a:ext cx="4110608" cy="2232247"/>
          </a:xfrm>
        </p:spPr>
        <p:txBody>
          <a:bodyPr/>
          <a:lstStyle/>
          <a:p>
            <a:r>
              <a:rPr lang="uk-UA" dirty="0"/>
              <a:t>«Похваліть» це місце</a:t>
            </a:r>
          </a:p>
          <a:p>
            <a:pPr algn="ctr">
              <a:buNone/>
            </a:pPr>
            <a:r>
              <a:rPr lang="uk-UA" b="1" u="sng" dirty="0"/>
              <a:t>Або</a:t>
            </a:r>
          </a:p>
          <a:p>
            <a:r>
              <a:rPr lang="uk-UA" dirty="0"/>
              <a:t>Розкажіть свою думку про нього</a:t>
            </a:r>
          </a:p>
        </p:txBody>
      </p:sp>
    </p:spTree>
    <p:custDataLst>
      <p:tags r:id="rId1"/>
    </p:custDataLst>
  </p:cSld>
  <p:clrMapOvr>
    <a:masterClrMapping/>
  </p:clrMapOvr>
  <p:transition advTm="4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accent5">
                    <a:lumMod val="50000"/>
                  </a:schemeClr>
                </a:solidFill>
              </a:rPr>
              <a:t>5.</a:t>
            </a:r>
            <a:r>
              <a:rPr lang="uk-UA" dirty="0"/>
              <a:t>   Школа № 8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1792619"/>
            <a:ext cx="9144000" cy="50653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" name="Овал 8"/>
          <p:cNvSpPr/>
          <p:nvPr/>
        </p:nvSpPr>
        <p:spPr>
          <a:xfrm>
            <a:off x="7020272" y="638132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1</a:t>
            </a:r>
          </a:p>
        </p:txBody>
      </p:sp>
      <p:sp>
        <p:nvSpPr>
          <p:cNvPr id="10" name="Овал 9"/>
          <p:cNvSpPr/>
          <p:nvPr/>
        </p:nvSpPr>
        <p:spPr>
          <a:xfrm>
            <a:off x="8028384" y="638132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А</a:t>
            </a:r>
          </a:p>
        </p:txBody>
      </p:sp>
      <p:sp>
        <p:nvSpPr>
          <p:cNvPr id="12" name="Овал 11"/>
          <p:cNvSpPr/>
          <p:nvPr/>
        </p:nvSpPr>
        <p:spPr>
          <a:xfrm>
            <a:off x="5940152" y="450912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2</a:t>
            </a:r>
          </a:p>
        </p:txBody>
      </p:sp>
      <p:sp>
        <p:nvSpPr>
          <p:cNvPr id="13" name="Овал 12"/>
          <p:cNvSpPr/>
          <p:nvPr/>
        </p:nvSpPr>
        <p:spPr>
          <a:xfrm>
            <a:off x="4499992" y="429309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699792" y="494116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2699792" y="342900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5</a:t>
            </a:r>
          </a:p>
        </p:txBody>
      </p:sp>
      <p:pic>
        <p:nvPicPr>
          <p:cNvPr id="11" name="Picture 2" descr="C:\Users\stepler\Desktop\Фігурка.pn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14678" y="4786322"/>
            <a:ext cx="296511" cy="447673"/>
          </a:xfrm>
          <a:prstGeom prst="rect">
            <a:avLst/>
          </a:prstGeom>
          <a:noFill/>
        </p:spPr>
      </p:pic>
    </p:spTree>
  </p:cSld>
  <p:clrMapOvr>
    <a:masterClrMapping/>
  </p:clrMapOvr>
  <p:transition advTm="8000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800"/>
                            </p:stCondLst>
                            <p:childTnLst>
                              <p:par>
                                <p:cTn id="12" presetID="27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81481E-6 C 0.00382 -0.01551 0.00226 -0.00833 0.00486 -0.02153 C 0.00625 -0.03588 0.00799 -0.04884 0.01927 -0.0537 C 0.02952 -0.07361 0.01563 -0.04931 0.02743 -0.06227 C 0.02952 -0.06458 0.03073 -0.06806 0.03229 -0.07083 C 0.0375 -0.09282 0.03958 -0.12037 0.01927 -0.12685 C 0.00504 -0.13912 -0.01111 -0.13866 -0.02587 -0.14838 C -0.03385 -0.1537 -0.04167 -0.16157 -0.05 -0.16551 C -0.05538 -0.16806 -0.06024 -0.16667 -0.06458 -0.17199 " pathEditMode="relative" ptsTypes="ffffffff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251520" y="1844824"/>
            <a:ext cx="4147661" cy="23042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accent5">
                    <a:lumMod val="50000"/>
                  </a:schemeClr>
                </a:solidFill>
              </a:rPr>
              <a:t>5.</a:t>
            </a:r>
            <a:r>
              <a:rPr lang="uk-UA" dirty="0"/>
              <a:t>   Школа № 8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0" y="1772817"/>
            <a:ext cx="4110608" cy="2232247"/>
          </a:xfrm>
        </p:spPr>
        <p:txBody>
          <a:bodyPr/>
          <a:lstStyle/>
          <a:p>
            <a:r>
              <a:rPr lang="uk-UA" dirty="0"/>
              <a:t>«Похваліть» це місце</a:t>
            </a:r>
          </a:p>
          <a:p>
            <a:pPr algn="ctr">
              <a:buNone/>
            </a:pPr>
            <a:r>
              <a:rPr lang="uk-UA" b="1" u="sng" dirty="0"/>
              <a:t>Або</a:t>
            </a:r>
          </a:p>
          <a:p>
            <a:r>
              <a:rPr lang="uk-UA" dirty="0"/>
              <a:t>Розкажіть свою думку про нього</a:t>
            </a:r>
          </a:p>
        </p:txBody>
      </p:sp>
    </p:spTree>
  </p:cSld>
  <p:clrMapOvr>
    <a:masterClrMapping/>
  </p:clrMapOvr>
  <p:transition advTm="10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accent5">
                    <a:lumMod val="50000"/>
                  </a:schemeClr>
                </a:solidFill>
              </a:rPr>
              <a:t>Кінцева зупинка.</a:t>
            </a:r>
            <a:r>
              <a:rPr lang="uk-UA" dirty="0"/>
              <a:t>   Школа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1792619"/>
            <a:ext cx="9144000" cy="50653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" name="Овал 8"/>
          <p:cNvSpPr/>
          <p:nvPr/>
        </p:nvSpPr>
        <p:spPr>
          <a:xfrm>
            <a:off x="7020272" y="638132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1</a:t>
            </a:r>
          </a:p>
        </p:txBody>
      </p:sp>
      <p:sp>
        <p:nvSpPr>
          <p:cNvPr id="10" name="Овал 9"/>
          <p:cNvSpPr/>
          <p:nvPr/>
        </p:nvSpPr>
        <p:spPr>
          <a:xfrm>
            <a:off x="8028384" y="638132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А</a:t>
            </a:r>
          </a:p>
        </p:txBody>
      </p:sp>
      <p:sp>
        <p:nvSpPr>
          <p:cNvPr id="12" name="Овал 11"/>
          <p:cNvSpPr/>
          <p:nvPr/>
        </p:nvSpPr>
        <p:spPr>
          <a:xfrm>
            <a:off x="5940152" y="450912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2</a:t>
            </a:r>
          </a:p>
        </p:txBody>
      </p:sp>
      <p:sp>
        <p:nvSpPr>
          <p:cNvPr id="13" name="Овал 12"/>
          <p:cNvSpPr/>
          <p:nvPr/>
        </p:nvSpPr>
        <p:spPr>
          <a:xfrm>
            <a:off x="4499992" y="429309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699792" y="494116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2699792" y="342900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5</a:t>
            </a:r>
          </a:p>
        </p:txBody>
      </p:sp>
      <p:sp>
        <p:nvSpPr>
          <p:cNvPr id="18" name="Овал 17"/>
          <p:cNvSpPr/>
          <p:nvPr/>
        </p:nvSpPr>
        <p:spPr>
          <a:xfrm>
            <a:off x="755576" y="2204864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В</a:t>
            </a:r>
          </a:p>
        </p:txBody>
      </p:sp>
      <p:pic>
        <p:nvPicPr>
          <p:cNvPr id="11" name="Picture 2" descr="C:\Users\stepler\Desktop\Фігурка.pn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5984" y="3643314"/>
            <a:ext cx="296511" cy="447673"/>
          </a:xfrm>
          <a:prstGeom prst="rect">
            <a:avLst/>
          </a:prstGeom>
          <a:noFill/>
        </p:spPr>
      </p:pic>
    </p:spTree>
  </p:cSld>
  <p:clrMapOvr>
    <a:masterClrMapping/>
  </p:clrMapOvr>
  <p:transition advTm="8000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900"/>
                            </p:stCondLst>
                            <p:childTnLst>
                              <p:par>
                                <p:cTn id="12" presetID="27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5.92593E-6 C -0.00486 -0.0007 -0.0099 -0.0007 -0.01459 -0.00209 C -0.02656 -0.00579 -0.03663 -0.01876 -0.04844 -0.02362 C -0.05365 -0.0257 -0.05938 -0.02593 -0.06459 -0.02801 C -0.07448 -0.03195 -0.08334 -0.03658 -0.09358 -0.03866 C -0.09688 -0.04005 -0.10087 -0.03982 -0.1033 -0.04306 C -0.10938 -0.05116 -0.1059 -0.04862 -0.11302 -0.05163 C -0.12222 -0.05996 -0.13316 -0.07246 -0.14358 -0.07755 C -0.15938 -0.09792 -0.13976 -0.13288 -0.13386 -0.15487 C -0.13559 -0.18704 -0.13038 -0.18913 -0.15 -0.19352 C -0.16997 -0.20255 -0.15122 -0.19445 -0.16615 -0.20001 C -0.17153 -0.20209 -0.17101 -0.20001 -0.17101 -0.2044 " pathEditMode="relative" ptsTypes="fffffffffffA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251520" y="1916832"/>
            <a:ext cx="4259628" cy="30243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chemeClr val="accent5">
                    <a:lumMod val="50000"/>
                  </a:schemeClr>
                </a:solidFill>
              </a:rPr>
              <a:t>Кінцева зупинка.</a:t>
            </a:r>
            <a:r>
              <a:rPr lang="uk-UA" dirty="0"/>
              <a:t>   Школа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0" y="1772817"/>
            <a:ext cx="4110608" cy="2232247"/>
          </a:xfrm>
        </p:spPr>
        <p:txBody>
          <a:bodyPr/>
          <a:lstStyle/>
          <a:p>
            <a:r>
              <a:rPr lang="uk-UA" dirty="0"/>
              <a:t>«Похваліть» це місце</a:t>
            </a:r>
          </a:p>
          <a:p>
            <a:pPr algn="ctr">
              <a:buNone/>
            </a:pPr>
            <a:r>
              <a:rPr lang="uk-UA" b="1" u="sng" dirty="0"/>
              <a:t>Або</a:t>
            </a:r>
          </a:p>
          <a:p>
            <a:r>
              <a:rPr lang="uk-UA" dirty="0"/>
              <a:t>Розкажіть свою думку про нього</a:t>
            </a:r>
          </a:p>
        </p:txBody>
      </p:sp>
    </p:spTree>
  </p:cSld>
  <p:clrMapOvr>
    <a:masterClrMapping/>
  </p:clrMapOvr>
  <p:transition advTm="400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"/>
</p:tagLst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Екран (4:3)</PresentationFormat>
  <Paragraphs>51</Paragraphs>
  <Slides>10</Slides>
  <Notes>10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3" baseType="lpstr">
      <vt:lpstr>Arial</vt:lpstr>
      <vt:lpstr>Calibri</vt:lpstr>
      <vt:lpstr>Diseño predeterminado</vt:lpstr>
      <vt:lpstr>Дорога до школи</vt:lpstr>
      <vt:lpstr>Повний маршрут (850 м)</vt:lpstr>
      <vt:lpstr>Перша зупинка.   Будинок</vt:lpstr>
      <vt:lpstr>Початкова зупинка.   Будинок</vt:lpstr>
      <vt:lpstr>1.   Школа № 12</vt:lpstr>
      <vt:lpstr>1.   Школа № 12</vt:lpstr>
      <vt:lpstr>5.   Школа № 8</vt:lpstr>
      <vt:lpstr>5.   Школа № 8</vt:lpstr>
      <vt:lpstr>Кінцева зупинка.   Школа</vt:lpstr>
      <vt:lpstr>Кінцева зупинка.   Школа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Teacher</cp:lastModifiedBy>
  <cp:revision>3</cp:revision>
  <dcterms:created xsi:type="dcterms:W3CDTF">2019-04-16T06:11:30Z</dcterms:created>
  <dcterms:modified xsi:type="dcterms:W3CDTF">2025-10-10T10:47:06Z</dcterms:modified>
</cp:coreProperties>
</file>